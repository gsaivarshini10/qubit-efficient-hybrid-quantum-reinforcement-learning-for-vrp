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12192000"/>
  <p:notesSz cx="13716000" cy="24384000"/>
  <p:embeddedFontLst>
    <p:embeddedFont>
      <p:font typeface="EB Garamond"/>
      <p:regular r:id="rId22"/>
      <p:bold r:id="rId23"/>
      <p:italic r:id="rId24"/>
      <p:boldItalic r:id="rId25"/>
    </p:embeddedFont>
    <p:embeddedFont>
      <p:font typeface="Arial Black"/>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15:clr>
            <a:srgbClr val="A4A3A4"/>
          </p15:clr>
        </p15:guide>
        <p15:guide id="2" pos="456">
          <p15:clr>
            <a:srgbClr val="A4A3A4"/>
          </p15:clr>
        </p15:guide>
        <p15:guide id="3" orient="horz" pos="2616">
          <p15:clr>
            <a:srgbClr val="A4A3A4"/>
          </p15:clr>
        </p15:guide>
        <p15:guide id="4" orient="horz" pos="3264">
          <p15:clr>
            <a:srgbClr val="A4A3A4"/>
          </p15:clr>
        </p15:guide>
        <p15:guide id="5" pos="6912">
          <p15:clr>
            <a:srgbClr val="A4A3A4"/>
          </p15:clr>
        </p15:guide>
        <p15:guide id="6" orient="horz" pos="2136">
          <p15:clr>
            <a:srgbClr val="A4A3A4"/>
          </p15:clr>
        </p15:guide>
        <p15:guide id="7" orient="horz" pos="4008">
          <p15:clr>
            <a:srgbClr val="A4A3A4"/>
          </p15:clr>
        </p15:guide>
        <p15:guide id="8" orient="horz" pos="1152">
          <p15:clr>
            <a:srgbClr val="A4A3A4"/>
          </p15:clr>
        </p15:guide>
        <p15:guide id="9" orient="horz" pos="2352">
          <p15:clr>
            <a:srgbClr val="A4A3A4"/>
          </p15:clr>
        </p15:guide>
        <p15:guide id="10" orient="horz" pos="1512">
          <p15:clr>
            <a:srgbClr val="A4A3A4"/>
          </p15:clr>
        </p15:guide>
        <p15:guide id="11" pos="7680">
          <p15:clr>
            <a:srgbClr val="A4A3A4"/>
          </p15:clr>
        </p15:guide>
        <p15:guide id="12" pos="6696">
          <p15:clr>
            <a:srgbClr val="A4A3A4"/>
          </p15:clr>
        </p15:guide>
        <p15:guide id="13" pos="1008">
          <p15:clr>
            <a:srgbClr val="A4A3A4"/>
          </p15:clr>
        </p15:guide>
        <p15:guide id="14" pos="1584">
          <p15:clr>
            <a:srgbClr val="A4A3A4"/>
          </p15:clr>
        </p15:guide>
        <p15:guide id="15" pos="2136">
          <p15:clr>
            <a:srgbClr val="A4A3A4"/>
          </p15:clr>
        </p15:guide>
        <p15:guide id="16" pos="2760">
          <p15:clr>
            <a:srgbClr val="A4A3A4"/>
          </p15:clr>
        </p15:guide>
        <p15:guide id="17" pos="3288">
          <p15:clr>
            <a:srgbClr val="A4A3A4"/>
          </p15:clr>
        </p15:guide>
        <p15:guide id="18" pos="4032">
          <p15:clr>
            <a:srgbClr val="A4A3A4"/>
          </p15:clr>
        </p15:guide>
        <p15:guide id="19" pos="4392">
          <p15:clr>
            <a:srgbClr val="A4A3A4"/>
          </p15:clr>
        </p15:guide>
        <p15:guide id="20" pos="4944">
          <p15:clr>
            <a:srgbClr val="A4A3A4"/>
          </p15:clr>
        </p15:guide>
        <p15:guide id="21" pos="5544">
          <p15:clr>
            <a:srgbClr val="A4A3A4"/>
          </p15:clr>
        </p15:guide>
        <p15:guide id="22" pos="6072">
          <p15:clr>
            <a:srgbClr val="A4A3A4"/>
          </p15:clr>
        </p15:guide>
        <p15:guide id="23" orient="horz" pos="2448">
          <p15:clr>
            <a:srgbClr val="A4A3A4"/>
          </p15:clr>
        </p15:guide>
        <p15:guide id="24" orient="horz" pos="960">
          <p15:clr>
            <a:srgbClr val="A4A3A4"/>
          </p15:clr>
        </p15:guide>
        <p15:guide id="25" pos="5256">
          <p15:clr>
            <a:srgbClr val="A4A3A4"/>
          </p15:clr>
        </p15:guide>
        <p15:guide id="26" pos="7261">
          <p15:clr>
            <a:srgbClr val="A4A3A4"/>
          </p15:clr>
        </p15:guide>
      </p15:sldGuideLst>
    </p:ext>
    <p:ext uri="GoogleSlidesCustomDataVersion2">
      <go:slidesCustomData xmlns:go="http://customooxmlschemas.google.com/" r:id="rId27" roundtripDataSignature="AMtx7mhQMsymWsUP+h78OvC9g2Se1sq1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6608AC8-E353-4604-BD88-B7B9D8ACAC96}">
  <a:tblStyle styleId="{26608AC8-E353-4604-BD88-B7B9D8ACAC96}"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guide pos="456"/>
        <p:guide pos="2616" orient="horz"/>
        <p:guide pos="3264" orient="horz"/>
        <p:guide pos="6912"/>
        <p:guide pos="2136" orient="horz"/>
        <p:guide pos="4008" orient="horz"/>
        <p:guide pos="1152" orient="horz"/>
        <p:guide pos="2352" orient="horz"/>
        <p:guide pos="1512" orient="horz"/>
        <p:guide pos="7680"/>
        <p:guide pos="6696"/>
        <p:guide pos="1008"/>
        <p:guide pos="1584"/>
        <p:guide pos="2136"/>
        <p:guide pos="2760"/>
        <p:guide pos="3288"/>
        <p:guide pos="4032"/>
        <p:guide pos="4392"/>
        <p:guide pos="4944"/>
        <p:guide pos="5544"/>
        <p:guide pos="6072"/>
        <p:guide pos="2448" orient="horz"/>
        <p:guide pos="960" orient="horz"/>
        <p:guide pos="5256"/>
        <p:guide pos="7261"/>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EBGaramond-regular.fntdata"/><Relationship Id="rId21" Type="http://schemas.openxmlformats.org/officeDocument/2006/relationships/slide" Target="slides/slide15.xml"/><Relationship Id="rId24" Type="http://schemas.openxmlformats.org/officeDocument/2006/relationships/font" Target="fonts/EBGaramond-italic.fntdata"/><Relationship Id="rId23" Type="http://schemas.openxmlformats.org/officeDocument/2006/relationships/font" Target="fonts/EBGaramon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ArialBlack-regular.fntdata"/><Relationship Id="rId25" Type="http://schemas.openxmlformats.org/officeDocument/2006/relationships/font" Target="fonts/EBGaramond-boldItalic.fntdata"/><Relationship Id="rId27"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286450" y="1828800"/>
            <a:ext cx="9144450" cy="9144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371600" y="11582400"/>
            <a:ext cx="10972800" cy="10972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notes"/>
          <p:cNvSpPr txBox="1"/>
          <p:nvPr>
            <p:ph idx="1" type="body"/>
          </p:nvPr>
        </p:nvSpPr>
        <p:spPr>
          <a:xfrm>
            <a:off x="1371600" y="11582400"/>
            <a:ext cx="10972800" cy="10972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p1:notes"/>
          <p:cNvSpPr/>
          <p:nvPr>
            <p:ph idx="2" type="sldImg"/>
          </p:nvPr>
        </p:nvSpPr>
        <p:spPr>
          <a:xfrm>
            <a:off x="2286450" y="1828800"/>
            <a:ext cx="9144450" cy="9144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dcb958ab8a_0_0:notes"/>
          <p:cNvSpPr txBox="1"/>
          <p:nvPr>
            <p:ph idx="1" type="body"/>
          </p:nvPr>
        </p:nvSpPr>
        <p:spPr>
          <a:xfrm>
            <a:off x="1371600" y="11582400"/>
            <a:ext cx="10972800" cy="10972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7" name="Google Shape;277;g3dcb958ab8a_0_0:notes"/>
          <p:cNvSpPr/>
          <p:nvPr>
            <p:ph idx="2" type="sldImg"/>
          </p:nvPr>
        </p:nvSpPr>
        <p:spPr>
          <a:xfrm>
            <a:off x="2286450" y="1828800"/>
            <a:ext cx="9144600" cy="9144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notes"/>
          <p:cNvSpPr txBox="1"/>
          <p:nvPr>
            <p:ph idx="1" type="body"/>
          </p:nvPr>
        </p:nvSpPr>
        <p:spPr>
          <a:xfrm>
            <a:off x="1371600" y="11582400"/>
            <a:ext cx="10972800" cy="10972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5" name="Google Shape;285;p2:notes"/>
          <p:cNvSpPr/>
          <p:nvPr>
            <p:ph idx="2" type="sldImg"/>
          </p:nvPr>
        </p:nvSpPr>
        <p:spPr>
          <a:xfrm>
            <a:off x="2286450" y="1828800"/>
            <a:ext cx="9144450" cy="9144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notes"/>
          <p:cNvSpPr txBox="1"/>
          <p:nvPr>
            <p:ph idx="1" type="body"/>
          </p:nvPr>
        </p:nvSpPr>
        <p:spPr>
          <a:xfrm>
            <a:off x="1371600" y="11582400"/>
            <a:ext cx="10972800" cy="10972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p3:notes"/>
          <p:cNvSpPr/>
          <p:nvPr>
            <p:ph idx="2" type="sldImg"/>
          </p:nvPr>
        </p:nvSpPr>
        <p:spPr>
          <a:xfrm>
            <a:off x="2286450" y="1828800"/>
            <a:ext cx="9144450" cy="9144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5:notes"/>
          <p:cNvSpPr txBox="1"/>
          <p:nvPr>
            <p:ph idx="1" type="body"/>
          </p:nvPr>
        </p:nvSpPr>
        <p:spPr>
          <a:xfrm>
            <a:off x="1371600" y="11582400"/>
            <a:ext cx="10972800" cy="10972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7" name="Google Shape;297;p5:notes"/>
          <p:cNvSpPr/>
          <p:nvPr>
            <p:ph idx="2" type="sldImg"/>
          </p:nvPr>
        </p:nvSpPr>
        <p:spPr>
          <a:xfrm>
            <a:off x="2286450" y="1828800"/>
            <a:ext cx="9144450" cy="9144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4:notes"/>
          <p:cNvSpPr txBox="1"/>
          <p:nvPr>
            <p:ph idx="1" type="body"/>
          </p:nvPr>
        </p:nvSpPr>
        <p:spPr>
          <a:xfrm>
            <a:off x="1371600" y="11582400"/>
            <a:ext cx="10972800" cy="10972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4" name="Google Shape;304;p4:notes"/>
          <p:cNvSpPr/>
          <p:nvPr>
            <p:ph idx="2" type="sldImg"/>
          </p:nvPr>
        </p:nvSpPr>
        <p:spPr>
          <a:xfrm>
            <a:off x="2286450" y="1828800"/>
            <a:ext cx="9144450" cy="9144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9c2e7a8fcc_0_12:notes"/>
          <p:cNvSpPr/>
          <p:nvPr>
            <p:ph idx="2" type="sldImg"/>
          </p:nvPr>
        </p:nvSpPr>
        <p:spPr>
          <a:xfrm>
            <a:off x="2286450" y="1828800"/>
            <a:ext cx="9144600" cy="9144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9c2e7a8fcc_0_12:notes"/>
          <p:cNvSpPr txBox="1"/>
          <p:nvPr>
            <p:ph idx="1" type="body"/>
          </p:nvPr>
        </p:nvSpPr>
        <p:spPr>
          <a:xfrm>
            <a:off x="1371600" y="11582400"/>
            <a:ext cx="10972800" cy="1097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9c5fa13bd4_10_8:notes"/>
          <p:cNvSpPr/>
          <p:nvPr>
            <p:ph idx="2" type="sldImg"/>
          </p:nvPr>
        </p:nvSpPr>
        <p:spPr>
          <a:xfrm>
            <a:off x="2286450" y="1828800"/>
            <a:ext cx="9144600" cy="9144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9c5fa13bd4_10_8:notes"/>
          <p:cNvSpPr txBox="1"/>
          <p:nvPr>
            <p:ph idx="1" type="body"/>
          </p:nvPr>
        </p:nvSpPr>
        <p:spPr>
          <a:xfrm>
            <a:off x="1371600" y="11582400"/>
            <a:ext cx="10972800" cy="1097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9c561db78a_0_0:notes"/>
          <p:cNvSpPr/>
          <p:nvPr>
            <p:ph idx="2" type="sldImg"/>
          </p:nvPr>
        </p:nvSpPr>
        <p:spPr>
          <a:xfrm>
            <a:off x="2286450" y="1828800"/>
            <a:ext cx="9144600" cy="9144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9c561db78a_0_0:notes"/>
          <p:cNvSpPr txBox="1"/>
          <p:nvPr>
            <p:ph idx="1" type="body"/>
          </p:nvPr>
        </p:nvSpPr>
        <p:spPr>
          <a:xfrm>
            <a:off x="1371600" y="11582400"/>
            <a:ext cx="10972800" cy="1097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9c2e7a8fcc_2_9:notes"/>
          <p:cNvSpPr/>
          <p:nvPr>
            <p:ph idx="2" type="sldImg"/>
          </p:nvPr>
        </p:nvSpPr>
        <p:spPr>
          <a:xfrm>
            <a:off x="2286450" y="1828800"/>
            <a:ext cx="9144600" cy="9144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9c2e7a8fcc_2_9:notes"/>
          <p:cNvSpPr txBox="1"/>
          <p:nvPr>
            <p:ph idx="1" type="body"/>
          </p:nvPr>
        </p:nvSpPr>
        <p:spPr>
          <a:xfrm>
            <a:off x="1371600" y="11582400"/>
            <a:ext cx="10972800" cy="1097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cbd43a21c3_5_3:notes"/>
          <p:cNvSpPr/>
          <p:nvPr>
            <p:ph idx="2" type="sldImg"/>
          </p:nvPr>
        </p:nvSpPr>
        <p:spPr>
          <a:xfrm>
            <a:off x="2286450" y="1828800"/>
            <a:ext cx="9144600" cy="9144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cbd43a21c3_5_3:notes"/>
          <p:cNvSpPr txBox="1"/>
          <p:nvPr>
            <p:ph idx="1" type="body"/>
          </p:nvPr>
        </p:nvSpPr>
        <p:spPr>
          <a:xfrm>
            <a:off x="1371600" y="11582400"/>
            <a:ext cx="10972800" cy="1097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44a5689a39edd987_1:notes"/>
          <p:cNvSpPr/>
          <p:nvPr>
            <p:ph idx="2" type="sldImg"/>
          </p:nvPr>
        </p:nvSpPr>
        <p:spPr>
          <a:xfrm>
            <a:off x="2286450" y="1828800"/>
            <a:ext cx="9144600" cy="9144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44a5689a39edd987_1:notes"/>
          <p:cNvSpPr txBox="1"/>
          <p:nvPr>
            <p:ph idx="1" type="body"/>
          </p:nvPr>
        </p:nvSpPr>
        <p:spPr>
          <a:xfrm>
            <a:off x="1371600" y="11582400"/>
            <a:ext cx="10972800" cy="1097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7:notes"/>
          <p:cNvSpPr txBox="1"/>
          <p:nvPr>
            <p:ph idx="1" type="body"/>
          </p:nvPr>
        </p:nvSpPr>
        <p:spPr>
          <a:xfrm>
            <a:off x="1371600" y="11582400"/>
            <a:ext cx="10972800" cy="10972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p7:notes"/>
          <p:cNvSpPr/>
          <p:nvPr>
            <p:ph idx="2" type="sldImg"/>
          </p:nvPr>
        </p:nvSpPr>
        <p:spPr>
          <a:xfrm>
            <a:off x="2286450" y="1828800"/>
            <a:ext cx="9144450" cy="9144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9:notes"/>
          <p:cNvSpPr txBox="1"/>
          <p:nvPr>
            <p:ph idx="1" type="body"/>
          </p:nvPr>
        </p:nvSpPr>
        <p:spPr>
          <a:xfrm>
            <a:off x="1371600" y="11582400"/>
            <a:ext cx="10972800" cy="10972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3" name="Google Shape;363;p9:notes"/>
          <p:cNvSpPr/>
          <p:nvPr>
            <p:ph idx="2" type="sldImg"/>
          </p:nvPr>
        </p:nvSpPr>
        <p:spPr>
          <a:xfrm>
            <a:off x="2286450" y="1828800"/>
            <a:ext cx="9144450" cy="9144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0:notes"/>
          <p:cNvSpPr txBox="1"/>
          <p:nvPr>
            <p:ph idx="1" type="body"/>
          </p:nvPr>
        </p:nvSpPr>
        <p:spPr>
          <a:xfrm>
            <a:off x="1371600" y="11582400"/>
            <a:ext cx="10972800" cy="10972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9" name="Google Shape;369;p10:notes"/>
          <p:cNvSpPr/>
          <p:nvPr>
            <p:ph idx="2" type="sldImg"/>
          </p:nvPr>
        </p:nvSpPr>
        <p:spPr>
          <a:xfrm>
            <a:off x="2286450" y="1828800"/>
            <a:ext cx="9144450" cy="9144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chemeClr val="lt1"/>
        </a:solidFill>
      </p:bgPr>
    </p:bg>
    <p:spTree>
      <p:nvGrpSpPr>
        <p:cNvPr id="10" name="Shape 10"/>
        <p:cNvGrpSpPr/>
        <p:nvPr/>
      </p:nvGrpSpPr>
      <p:grpSpPr>
        <a:xfrm>
          <a:off x="0" y="0"/>
          <a:ext cx="0" cy="0"/>
          <a:chOff x="0" y="0"/>
          <a:chExt cx="0" cy="0"/>
        </a:xfrm>
      </p:grpSpPr>
      <p:pic>
        <p:nvPicPr>
          <p:cNvPr descr="https://www.cbit.ac.in/wp-content/uploads/2023/05/CBIT-LOGO-24.05.2023.-4.no_-1.png" id="11" name="Google Shape;11;p12"/>
          <p:cNvPicPr preferRelativeResize="0"/>
          <p:nvPr/>
        </p:nvPicPr>
        <p:blipFill rotWithShape="1">
          <a:blip r:embed="rId2">
            <a:alphaModFix/>
          </a:blip>
          <a:srcRect b="0" l="0" r="0" t="0"/>
          <a:stretch/>
        </p:blipFill>
        <p:spPr>
          <a:xfrm>
            <a:off x="443675" y="189819"/>
            <a:ext cx="4324985" cy="1015984"/>
          </a:xfrm>
          <a:prstGeom prst="rect">
            <a:avLst/>
          </a:prstGeom>
          <a:noFill/>
          <a:ln>
            <a:noFill/>
          </a:ln>
        </p:spPr>
      </p:pic>
      <p:sp>
        <p:nvSpPr>
          <p:cNvPr id="12" name="Google Shape;12;p12"/>
          <p:cNvSpPr/>
          <p:nvPr/>
        </p:nvSpPr>
        <p:spPr>
          <a:xfrm>
            <a:off x="5363358" y="6411677"/>
            <a:ext cx="6828642" cy="27699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1" lang="en-US" sz="1200" u="none" cap="none" strike="noStrike">
                <a:solidFill>
                  <a:srgbClr val="202C8F"/>
                </a:solidFill>
                <a:latin typeface="EB Garamond"/>
                <a:ea typeface="EB Garamond"/>
                <a:cs typeface="EB Garamond"/>
                <a:sym typeface="EB Garamond"/>
              </a:rPr>
              <a:t>Review-1: Project Part-1, Department of Information Technology</a:t>
            </a:r>
            <a:endParaRPr b="0" i="1" sz="1200" u="none" cap="none" strike="noStrike">
              <a:solidFill>
                <a:srgbClr val="202C8F"/>
              </a:solidFill>
              <a:latin typeface="EB Garamond"/>
              <a:ea typeface="EB Garamond"/>
              <a:cs typeface="EB Garamond"/>
              <a:sym typeface="EB Garamon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3" name="Shape 13"/>
        <p:cNvGrpSpPr/>
        <p:nvPr/>
      </p:nvGrpSpPr>
      <p:grpSpPr>
        <a:xfrm>
          <a:off x="0" y="0"/>
          <a:ext cx="0" cy="0"/>
          <a:chOff x="0" y="0"/>
          <a:chExt cx="0" cy="0"/>
        </a:xfrm>
      </p:grpSpPr>
      <p:grpSp>
        <p:nvGrpSpPr>
          <p:cNvPr id="14" name="Google Shape;14;p13"/>
          <p:cNvGrpSpPr/>
          <p:nvPr/>
        </p:nvGrpSpPr>
        <p:grpSpPr>
          <a:xfrm>
            <a:off x="6452303" y="3405019"/>
            <a:ext cx="5739697" cy="3467971"/>
            <a:chOff x="5009037" y="2525712"/>
            <a:chExt cx="7170193" cy="4332288"/>
          </a:xfrm>
        </p:grpSpPr>
        <p:sp>
          <p:nvSpPr>
            <p:cNvPr id="15" name="Google Shape;15;p13"/>
            <p:cNvSpPr/>
            <p:nvPr/>
          </p:nvSpPr>
          <p:spPr>
            <a:xfrm>
              <a:off x="5009037" y="2525712"/>
              <a:ext cx="3601721" cy="4332288"/>
            </a:xfrm>
            <a:custGeom>
              <a:rect b="b" l="l" r="r" t="t"/>
              <a:pathLst>
                <a:path extrusionOk="0" h="1441" w="1198">
                  <a:moveTo>
                    <a:pt x="1198" y="0"/>
                  </a:moveTo>
                  <a:lnTo>
                    <a:pt x="0" y="1441"/>
                  </a:lnTo>
                  <a:lnTo>
                    <a:pt x="1198" y="1441"/>
                  </a:lnTo>
                  <a:lnTo>
                    <a:pt x="119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16" name="Google Shape;16;p13"/>
            <p:cNvSpPr/>
            <p:nvPr/>
          </p:nvSpPr>
          <p:spPr>
            <a:xfrm>
              <a:off x="8589536" y="2525712"/>
              <a:ext cx="3589694" cy="4332288"/>
            </a:xfrm>
            <a:custGeom>
              <a:rect b="b" l="l" r="r" t="t"/>
              <a:pathLst>
                <a:path extrusionOk="0" h="1441" w="1194">
                  <a:moveTo>
                    <a:pt x="0" y="0"/>
                  </a:moveTo>
                  <a:lnTo>
                    <a:pt x="1194" y="1441"/>
                  </a:lnTo>
                  <a:lnTo>
                    <a:pt x="0" y="1441"/>
                  </a:lnTo>
                  <a:lnTo>
                    <a:pt x="0"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grpSp>
      <p:grpSp>
        <p:nvGrpSpPr>
          <p:cNvPr id="17" name="Google Shape;17;p13"/>
          <p:cNvGrpSpPr/>
          <p:nvPr/>
        </p:nvGrpSpPr>
        <p:grpSpPr>
          <a:xfrm rot="10800000">
            <a:off x="6465610" y="0"/>
            <a:ext cx="5739697" cy="3467971"/>
            <a:chOff x="5183405" y="2678112"/>
            <a:chExt cx="7170193" cy="4332288"/>
          </a:xfrm>
        </p:grpSpPr>
        <p:sp>
          <p:nvSpPr>
            <p:cNvPr id="18" name="Google Shape;18;p13"/>
            <p:cNvSpPr/>
            <p:nvPr/>
          </p:nvSpPr>
          <p:spPr>
            <a:xfrm>
              <a:off x="5183405" y="2678112"/>
              <a:ext cx="3601721" cy="4332288"/>
            </a:xfrm>
            <a:custGeom>
              <a:rect b="b" l="l" r="r" t="t"/>
              <a:pathLst>
                <a:path extrusionOk="0" h="1441" w="1198">
                  <a:moveTo>
                    <a:pt x="1198" y="0"/>
                  </a:moveTo>
                  <a:lnTo>
                    <a:pt x="0" y="1441"/>
                  </a:lnTo>
                  <a:lnTo>
                    <a:pt x="1198" y="1441"/>
                  </a:lnTo>
                  <a:lnTo>
                    <a:pt x="1198" y="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19" name="Google Shape;19;p13"/>
            <p:cNvSpPr/>
            <p:nvPr/>
          </p:nvSpPr>
          <p:spPr>
            <a:xfrm>
              <a:off x="8763903" y="2678112"/>
              <a:ext cx="3589695" cy="4332288"/>
            </a:xfrm>
            <a:custGeom>
              <a:rect b="b" l="l" r="r" t="t"/>
              <a:pathLst>
                <a:path extrusionOk="0" h="1441" w="1194">
                  <a:moveTo>
                    <a:pt x="0" y="0"/>
                  </a:moveTo>
                  <a:lnTo>
                    <a:pt x="1194" y="1441"/>
                  </a:lnTo>
                  <a:lnTo>
                    <a:pt x="0" y="1441"/>
                  </a:lnTo>
                  <a:lnTo>
                    <a:pt x="0" y="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grpSp>
      <p:sp>
        <p:nvSpPr>
          <p:cNvPr descr="preencoded.png" id="20" name="Google Shape;20;p13"/>
          <p:cNvSpPr/>
          <p:nvPr/>
        </p:nvSpPr>
        <p:spPr>
          <a:xfrm>
            <a:off x="7642518" y="4577658"/>
            <a:ext cx="775021" cy="775021"/>
          </a:xfrm>
          <a:custGeom>
            <a:rect b="b" l="l" r="r" t="t"/>
            <a:pathLst>
              <a:path extrusionOk="0" h="775021" w="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21" name="Google Shape;21;p13"/>
          <p:cNvSpPr txBox="1"/>
          <p:nvPr>
            <p:ph type="title"/>
          </p:nvPr>
        </p:nvSpPr>
        <p:spPr>
          <a:xfrm>
            <a:off x="1499616" y="1901952"/>
            <a:ext cx="5693664" cy="768096"/>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 type="body"/>
          </p:nvPr>
        </p:nvSpPr>
        <p:spPr>
          <a:xfrm>
            <a:off x="1499616" y="2770632"/>
            <a:ext cx="5693664" cy="3122168"/>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0"/>
              </a:spcBef>
              <a:spcAft>
                <a:spcPts val="0"/>
              </a:spcAft>
              <a:buClr>
                <a:schemeClr val="accent6"/>
              </a:buClr>
              <a:buSzPts val="2400"/>
              <a:buNone/>
              <a:defRPr sz="2400"/>
            </a:lvl1pPr>
            <a:lvl2pPr indent="-355600" lvl="1" marL="914400" algn="l">
              <a:lnSpc>
                <a:spcPct val="150000"/>
              </a:lnSpc>
              <a:spcBef>
                <a:spcPts val="0"/>
              </a:spcBef>
              <a:spcAft>
                <a:spcPts val="0"/>
              </a:spcAft>
              <a:buClr>
                <a:schemeClr val="accent6"/>
              </a:buClr>
              <a:buSzPts val="2000"/>
              <a:buChar char="•"/>
              <a:defRPr sz="2000"/>
            </a:lvl2pPr>
            <a:lvl3pPr indent="-342900" lvl="2" marL="1371600" algn="l">
              <a:lnSpc>
                <a:spcPct val="150000"/>
              </a:lnSpc>
              <a:spcBef>
                <a:spcPts val="0"/>
              </a:spcBef>
              <a:spcAft>
                <a:spcPts val="0"/>
              </a:spcAft>
              <a:buClr>
                <a:schemeClr val="accent6"/>
              </a:buClr>
              <a:buSzPts val="1800"/>
              <a:buChar char="•"/>
              <a:defRPr sz="1800"/>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https://www.cbit.ac.in/wp-content/uploads/2023/05/CBIT-LOGO-24.05.2023.-4.no_-1.png" id="23" name="Google Shape;23;p13"/>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24" name="Google Shape;24;p13"/>
          <p:cNvSpPr/>
          <p:nvPr/>
        </p:nvSpPr>
        <p:spPr>
          <a:xfrm>
            <a:off x="-124470" y="6396335"/>
            <a:ext cx="405639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type="obj">
  <p:cSld name="OBJECT">
    <p:spTree>
      <p:nvGrpSpPr>
        <p:cNvPr id="25" name="Shape 25"/>
        <p:cNvGrpSpPr/>
        <p:nvPr/>
      </p:nvGrpSpPr>
      <p:grpSpPr>
        <a:xfrm>
          <a:off x="0" y="0"/>
          <a:ext cx="0" cy="0"/>
          <a:chOff x="0" y="0"/>
          <a:chExt cx="0" cy="0"/>
        </a:xfrm>
      </p:grpSpPr>
      <p:sp>
        <p:nvSpPr>
          <p:cNvPr id="26" name="Google Shape;26;p14"/>
          <p:cNvSpPr/>
          <p:nvPr/>
        </p:nvSpPr>
        <p:spPr>
          <a:xfrm>
            <a:off x="0" y="3427336"/>
            <a:ext cx="3430200" cy="3430665"/>
          </a:xfrm>
          <a:custGeom>
            <a:rect b="b" l="l" r="r" t="t"/>
            <a:pathLst>
              <a:path extrusionOk="0" h="3430665" w="3430200">
                <a:moveTo>
                  <a:pt x="0" y="0"/>
                </a:moveTo>
                <a:lnTo>
                  <a:pt x="3430200" y="0"/>
                </a:lnTo>
                <a:lnTo>
                  <a:pt x="3430200" y="3430665"/>
                </a:lnTo>
                <a:lnTo>
                  <a:pt x="0" y="3430665"/>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27" name="Google Shape;27;p14"/>
          <p:cNvSpPr/>
          <p:nvPr/>
        </p:nvSpPr>
        <p:spPr>
          <a:xfrm>
            <a:off x="0" y="3427336"/>
            <a:ext cx="3430200" cy="3430665"/>
          </a:xfrm>
          <a:custGeom>
            <a:rect b="b" l="l" r="r" t="t"/>
            <a:pathLst>
              <a:path extrusionOk="0" h="3430665" w="3430200">
                <a:moveTo>
                  <a:pt x="3430200" y="0"/>
                </a:moveTo>
                <a:lnTo>
                  <a:pt x="3430200" y="3430665"/>
                </a:lnTo>
                <a:lnTo>
                  <a:pt x="0" y="3430665"/>
                </a:lnTo>
                <a:lnTo>
                  <a:pt x="0" y="341753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28" name="Google Shape;28;p14"/>
          <p:cNvSpPr/>
          <p:nvPr/>
        </p:nvSpPr>
        <p:spPr>
          <a:xfrm>
            <a:off x="1" y="-27431"/>
            <a:ext cx="3423785" cy="3437345"/>
          </a:xfrm>
          <a:custGeom>
            <a:rect b="b" l="l" r="r" t="t"/>
            <a:pathLst>
              <a:path extrusionOk="0" h="3437345" w="3423785">
                <a:moveTo>
                  <a:pt x="0" y="0"/>
                </a:moveTo>
                <a:lnTo>
                  <a:pt x="3423785" y="0"/>
                </a:lnTo>
                <a:lnTo>
                  <a:pt x="3423785" y="3437345"/>
                </a:lnTo>
                <a:lnTo>
                  <a:pt x="0" y="3437345"/>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29" name="Google Shape;29;p14"/>
          <p:cNvSpPr txBox="1"/>
          <p:nvPr>
            <p:ph type="title"/>
          </p:nvPr>
        </p:nvSpPr>
        <p:spPr>
          <a:xfrm>
            <a:off x="4224528" y="2276856"/>
            <a:ext cx="6766560" cy="768096"/>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accent6"/>
              </a:buClr>
              <a:buSzPts val="4400"/>
              <a:buFont typeface="Arial Black"/>
              <a:buNone/>
              <a:defRPr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4"/>
          <p:cNvSpPr txBox="1"/>
          <p:nvPr>
            <p:ph idx="1" type="body"/>
          </p:nvPr>
        </p:nvSpPr>
        <p:spPr>
          <a:xfrm>
            <a:off x="4224528" y="3222752"/>
            <a:ext cx="6766560" cy="270052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Clr>
                <a:schemeClr val="accent6"/>
              </a:buClr>
              <a:buSzPts val="1500"/>
              <a:buNone/>
              <a:defRPr sz="1500"/>
            </a:lvl1pPr>
            <a:lvl2pPr indent="-323850" lvl="1" marL="914400" algn="l">
              <a:lnSpc>
                <a:spcPct val="100000"/>
              </a:lnSpc>
              <a:spcBef>
                <a:spcPts val="360"/>
              </a:spcBef>
              <a:spcAft>
                <a:spcPts val="0"/>
              </a:spcAft>
              <a:buClr>
                <a:schemeClr val="accent6"/>
              </a:buClr>
              <a:buSzPts val="1500"/>
              <a:buChar char="•"/>
              <a:defRPr sz="1500"/>
            </a:lvl2pPr>
            <a:lvl3pPr indent="-323850" lvl="2" marL="1371600" algn="l">
              <a:lnSpc>
                <a:spcPct val="100000"/>
              </a:lnSpc>
              <a:spcBef>
                <a:spcPts val="360"/>
              </a:spcBef>
              <a:spcAft>
                <a:spcPts val="0"/>
              </a:spcAft>
              <a:buClr>
                <a:schemeClr val="accent6"/>
              </a:buClr>
              <a:buSzPts val="1500"/>
              <a:buChar char="•"/>
              <a:defRPr sz="1500"/>
            </a:lvl3pPr>
            <a:lvl4pPr indent="-323850" lvl="3" marL="1828800" algn="l">
              <a:lnSpc>
                <a:spcPct val="100000"/>
              </a:lnSpc>
              <a:spcBef>
                <a:spcPts val="360"/>
              </a:spcBef>
              <a:spcAft>
                <a:spcPts val="0"/>
              </a:spcAft>
              <a:buClr>
                <a:schemeClr val="accent6"/>
              </a:buClr>
              <a:buSzPts val="1500"/>
              <a:buChar char="•"/>
              <a:defRPr sz="1500"/>
            </a:lvl4pPr>
            <a:lvl5pPr indent="-323850" lvl="4" marL="2286000" algn="l">
              <a:lnSpc>
                <a:spcPct val="100000"/>
              </a:lnSpc>
              <a:spcBef>
                <a:spcPts val="360"/>
              </a:spcBef>
              <a:spcAft>
                <a:spcPts val="0"/>
              </a:spcAft>
              <a:buClr>
                <a:schemeClr val="accent6"/>
              </a:buClr>
              <a:buSzPts val="1500"/>
              <a:buChar char="•"/>
              <a:defRPr sz="15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14"/>
          <p:cNvSpPr txBox="1"/>
          <p:nvPr>
            <p:ph idx="11" type="ftr"/>
          </p:nvPr>
        </p:nvSpPr>
        <p:spPr>
          <a:xfrm>
            <a:off x="4224528" y="457200"/>
            <a:ext cx="320040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
          <p:cNvSpPr txBox="1"/>
          <p:nvPr>
            <p:ph idx="12" type="sldNum"/>
          </p:nvPr>
        </p:nvSpPr>
        <p:spPr>
          <a:xfrm>
            <a:off x="10945368" y="457200"/>
            <a:ext cx="987552" cy="27432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33" name="Google Shape;33;p14"/>
          <p:cNvSpPr/>
          <p:nvPr/>
        </p:nvSpPr>
        <p:spPr>
          <a:xfrm>
            <a:off x="1" y="869"/>
            <a:ext cx="3423785" cy="3436477"/>
          </a:xfrm>
          <a:custGeom>
            <a:rect b="b" l="l" r="r" t="t"/>
            <a:pathLst>
              <a:path extrusionOk="0" h="3436477" w="3423785">
                <a:moveTo>
                  <a:pt x="0" y="0"/>
                </a:moveTo>
                <a:lnTo>
                  <a:pt x="3423785" y="3436477"/>
                </a:lnTo>
                <a:lnTo>
                  <a:pt x="0" y="343647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pic>
        <p:nvPicPr>
          <p:cNvPr descr="https://www.cbit.ac.in/wp-content/uploads/2023/05/CBIT-LOGO-24.05.2023.-4.no_-1.png" id="34" name="Google Shape;34;p14"/>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35" name="Google Shape;35;p14"/>
          <p:cNvSpPr/>
          <p:nvPr/>
        </p:nvSpPr>
        <p:spPr>
          <a:xfrm>
            <a:off x="-124470" y="6396335"/>
            <a:ext cx="405639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type="title">
  <p:cSld name="TITLE">
    <p:bg>
      <p:bgPr>
        <a:solidFill>
          <a:schemeClr val="accent6"/>
        </a:solidFill>
      </p:bgPr>
    </p:bg>
    <p:spTree>
      <p:nvGrpSpPr>
        <p:cNvPr id="36" name="Shape 36"/>
        <p:cNvGrpSpPr/>
        <p:nvPr/>
      </p:nvGrpSpPr>
      <p:grpSpPr>
        <a:xfrm>
          <a:off x="0" y="0"/>
          <a:ext cx="0" cy="0"/>
          <a:chOff x="0" y="0"/>
          <a:chExt cx="0" cy="0"/>
        </a:xfrm>
      </p:grpSpPr>
      <p:sp>
        <p:nvSpPr>
          <p:cNvPr id="37" name="Google Shape;37;p15"/>
          <p:cNvSpPr/>
          <p:nvPr/>
        </p:nvSpPr>
        <p:spPr>
          <a:xfrm>
            <a:off x="0" y="0"/>
            <a:ext cx="8948738" cy="6858000"/>
          </a:xfrm>
          <a:custGeom>
            <a:rect b="b" l="l" r="r" t="t"/>
            <a:pathLst>
              <a:path extrusionOk="0" h="6858000" w="8948738">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descr="preencoded.png" id="38" name="Google Shape;38;p15"/>
          <p:cNvSpPr/>
          <p:nvPr/>
        </p:nvSpPr>
        <p:spPr>
          <a:xfrm>
            <a:off x="7538626" y="13142"/>
            <a:ext cx="4653374" cy="6831717"/>
          </a:xfrm>
          <a:custGeom>
            <a:rect b="b" l="l" r="r" t="t"/>
            <a:pathLst>
              <a:path extrusionOk="0" h="6831717" w="4653374">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pic>
        <p:nvPicPr>
          <p:cNvPr descr="preencoded.png" id="39" name="Google Shape;39;p15"/>
          <p:cNvPicPr preferRelativeResize="0"/>
          <p:nvPr/>
        </p:nvPicPr>
        <p:blipFill rotWithShape="1">
          <a:blip r:embed="rId2">
            <a:alphaModFix/>
          </a:blip>
          <a:srcRect b="0" l="0" r="0" t="0"/>
          <a:stretch/>
        </p:blipFill>
        <p:spPr>
          <a:xfrm>
            <a:off x="8737234" y="-25041"/>
            <a:ext cx="3432191" cy="3432191"/>
          </a:xfrm>
          <a:prstGeom prst="rect">
            <a:avLst/>
          </a:prstGeom>
          <a:noFill/>
          <a:ln>
            <a:noFill/>
          </a:ln>
        </p:spPr>
      </p:pic>
      <p:sp>
        <p:nvSpPr>
          <p:cNvPr id="40" name="Google Shape;40;p15"/>
          <p:cNvSpPr txBox="1"/>
          <p:nvPr>
            <p:ph type="ctrTitle"/>
          </p:nvPr>
        </p:nvSpPr>
        <p:spPr>
          <a:xfrm>
            <a:off x="1527048" y="1975104"/>
            <a:ext cx="4169664" cy="667512"/>
          </a:xfrm>
          <a:prstGeom prst="rect">
            <a:avLst/>
          </a:prstGeom>
          <a:noFill/>
          <a:ln>
            <a:noFill/>
          </a:ln>
        </p:spPr>
        <p:txBody>
          <a:bodyPr anchorCtr="0" anchor="b" bIns="45700" lIns="91425" spcFirstLastPara="1" rIns="91425" wrap="square" tIns="0">
            <a:noAutofit/>
          </a:bodyPr>
          <a:lstStyle>
            <a:lvl1pPr lvl="0" algn="l">
              <a:lnSpc>
                <a:spcPct val="110795"/>
              </a:lnSpc>
              <a:spcBef>
                <a:spcPts val="0"/>
              </a:spcBef>
              <a:spcAft>
                <a:spcPts val="0"/>
              </a:spcAft>
              <a:buClr>
                <a:schemeClr val="accent6"/>
              </a:buClr>
              <a:buSzPts val="4400"/>
              <a:buFont typeface="Arial Black"/>
              <a:buNone/>
              <a:defRPr sz="4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5"/>
          <p:cNvSpPr txBox="1"/>
          <p:nvPr>
            <p:ph idx="1" type="subTitle"/>
          </p:nvPr>
        </p:nvSpPr>
        <p:spPr>
          <a:xfrm>
            <a:off x="1545336" y="2846832"/>
            <a:ext cx="4169664" cy="2176272"/>
          </a:xfrm>
          <a:prstGeom prst="rect">
            <a:avLst/>
          </a:prstGeom>
          <a:noFill/>
          <a:ln>
            <a:noFill/>
          </a:ln>
        </p:spPr>
        <p:txBody>
          <a:bodyPr anchorCtr="0" anchor="t" bIns="0" lIns="91425" spcFirstLastPara="1" rIns="91425" wrap="square" tIns="0">
            <a:normAutofit/>
          </a:bodyPr>
          <a:lstStyle>
            <a:lvl1pPr lvl="0" algn="l">
              <a:lnSpc>
                <a:spcPct val="100000"/>
              </a:lnSpc>
              <a:spcBef>
                <a:spcPts val="576"/>
              </a:spcBef>
              <a:spcAft>
                <a:spcPts val="0"/>
              </a:spcAft>
              <a:buClr>
                <a:schemeClr val="accent6"/>
              </a:buClr>
              <a:buSzPts val="2400"/>
              <a:buNone/>
              <a:defRPr sz="2400"/>
            </a:lvl1pPr>
            <a:lvl2pPr lvl="1" algn="ctr">
              <a:lnSpc>
                <a:spcPct val="100000"/>
              </a:lnSpc>
              <a:spcBef>
                <a:spcPts val="360"/>
              </a:spcBef>
              <a:spcAft>
                <a:spcPts val="0"/>
              </a:spcAft>
              <a:buClr>
                <a:schemeClr val="accent6"/>
              </a:buClr>
              <a:buSzPts val="2000"/>
              <a:buNone/>
              <a:defRPr sz="2000"/>
            </a:lvl2pPr>
            <a:lvl3pPr lvl="2" algn="ctr">
              <a:lnSpc>
                <a:spcPct val="100000"/>
              </a:lnSpc>
              <a:spcBef>
                <a:spcPts val="360"/>
              </a:spcBef>
              <a:spcAft>
                <a:spcPts val="0"/>
              </a:spcAft>
              <a:buClr>
                <a:schemeClr val="accent6"/>
              </a:buClr>
              <a:buSzPts val="1800"/>
              <a:buNone/>
              <a:defRPr sz="1800"/>
            </a:lvl3pPr>
            <a:lvl4pPr lvl="3" algn="ctr">
              <a:lnSpc>
                <a:spcPct val="100000"/>
              </a:lnSpc>
              <a:spcBef>
                <a:spcPts val="360"/>
              </a:spcBef>
              <a:spcAft>
                <a:spcPts val="0"/>
              </a:spcAft>
              <a:buClr>
                <a:schemeClr val="accent6"/>
              </a:buClr>
              <a:buSzPts val="1600"/>
              <a:buNone/>
              <a:defRPr sz="1600"/>
            </a:lvl4pPr>
            <a:lvl5pPr lvl="4" algn="ctr">
              <a:lnSpc>
                <a:spcPct val="100000"/>
              </a:lnSpc>
              <a:spcBef>
                <a:spcPts val="360"/>
              </a:spcBef>
              <a:spcAft>
                <a:spcPts val="0"/>
              </a:spcAft>
              <a:buClr>
                <a:schemeClr val="accent6"/>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descr="https://www.cbit.ac.in/wp-content/uploads/2023/05/CBIT-LOGO-24.05.2023.-4.no_-1.png" id="42" name="Google Shape;42;p15"/>
          <p:cNvPicPr preferRelativeResize="0"/>
          <p:nvPr/>
        </p:nvPicPr>
        <p:blipFill rotWithShape="1">
          <a:blip r:embed="rId3">
            <a:alphaModFix/>
          </a:blip>
          <a:srcRect b="0" l="0" r="0" t="0"/>
          <a:stretch/>
        </p:blipFill>
        <p:spPr>
          <a:xfrm>
            <a:off x="7642518" y="-9144"/>
            <a:ext cx="4324985" cy="1015984"/>
          </a:xfrm>
          <a:prstGeom prst="rect">
            <a:avLst/>
          </a:prstGeom>
          <a:noFill/>
          <a:ln>
            <a:noFill/>
          </a:ln>
        </p:spPr>
      </p:pic>
      <p:sp>
        <p:nvSpPr>
          <p:cNvPr id="43" name="Google Shape;43;p15"/>
          <p:cNvSpPr/>
          <p:nvPr/>
        </p:nvSpPr>
        <p:spPr>
          <a:xfrm>
            <a:off x="-124470" y="6396335"/>
            <a:ext cx="405639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sp>
        <p:nvSpPr>
          <p:cNvPr id="45" name="Google Shape;45;p16"/>
          <p:cNvSpPr/>
          <p:nvPr/>
        </p:nvSpPr>
        <p:spPr>
          <a:xfrm>
            <a:off x="2062836" y="686475"/>
            <a:ext cx="7774629" cy="6193018"/>
          </a:xfrm>
          <a:custGeom>
            <a:rect b="b" l="l" r="r" t="t"/>
            <a:pathLst>
              <a:path extrusionOk="0" h="6193018" w="7774629">
                <a:moveTo>
                  <a:pt x="3887320" y="0"/>
                </a:moveTo>
                <a:cubicBezTo>
                  <a:pt x="6034243" y="0"/>
                  <a:pt x="7774629" y="1739299"/>
                  <a:pt x="7774629" y="3884811"/>
                </a:cubicBezTo>
                <a:lnTo>
                  <a:pt x="7774629" y="6193018"/>
                </a:lnTo>
                <a:lnTo>
                  <a:pt x="0" y="6193018"/>
                </a:lnTo>
                <a:lnTo>
                  <a:pt x="0" y="3884811"/>
                </a:lnTo>
                <a:cubicBezTo>
                  <a:pt x="0" y="1739299"/>
                  <a:pt x="1740414" y="0"/>
                  <a:pt x="3887320" y="0"/>
                </a:cubicBezTo>
                <a:close/>
              </a:path>
            </a:pathLst>
          </a:custGeom>
          <a:solidFill>
            <a:srgbClr val="F8E7E7">
              <a:alpha val="9803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46" name="Google Shape;46;p16"/>
          <p:cNvSpPr/>
          <p:nvPr/>
        </p:nvSpPr>
        <p:spPr>
          <a:xfrm>
            <a:off x="7610252" y="1"/>
            <a:ext cx="2273668" cy="3147998"/>
          </a:xfrm>
          <a:custGeom>
            <a:rect b="b" l="l" r="r" t="t"/>
            <a:pathLst>
              <a:path extrusionOk="0" h="3147998" w="2273668">
                <a:moveTo>
                  <a:pt x="183295" y="0"/>
                </a:moveTo>
                <a:lnTo>
                  <a:pt x="2273668" y="0"/>
                </a:lnTo>
                <a:lnTo>
                  <a:pt x="2273668" y="3147998"/>
                </a:lnTo>
                <a:lnTo>
                  <a:pt x="2096300" y="3147998"/>
                </a:lnTo>
                <a:lnTo>
                  <a:pt x="2033714" y="3144814"/>
                </a:lnTo>
                <a:cubicBezTo>
                  <a:pt x="895944" y="3028420"/>
                  <a:pt x="0" y="2060597"/>
                  <a:pt x="0" y="886966"/>
                </a:cubicBezTo>
                <a:cubicBezTo>
                  <a:pt x="0" y="576250"/>
                  <a:pt x="63712" y="279606"/>
                  <a:pt x="178732" y="9417"/>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47" name="Google Shape;47;p16"/>
          <p:cNvSpPr/>
          <p:nvPr/>
        </p:nvSpPr>
        <p:spPr>
          <a:xfrm>
            <a:off x="9883919" y="2"/>
            <a:ext cx="2254928" cy="3141557"/>
          </a:xfrm>
          <a:custGeom>
            <a:rect b="b" l="l" r="r" t="t"/>
            <a:pathLst>
              <a:path extrusionOk="0" h="3141557" w="2254928">
                <a:moveTo>
                  <a:pt x="0" y="0"/>
                </a:moveTo>
                <a:lnTo>
                  <a:pt x="2080472" y="0"/>
                </a:lnTo>
                <a:lnTo>
                  <a:pt x="2154269" y="202607"/>
                </a:lnTo>
                <a:cubicBezTo>
                  <a:pt x="2219730" y="414134"/>
                  <a:pt x="2254928" y="638939"/>
                  <a:pt x="2254928" y="871976"/>
                </a:cubicBezTo>
                <a:cubicBezTo>
                  <a:pt x="2254928" y="2045607"/>
                  <a:pt x="1374977" y="3005515"/>
                  <a:pt x="231934" y="3128339"/>
                </a:cubicBezTo>
                <a:lnTo>
                  <a:pt x="19" y="3141557"/>
                </a:lnTo>
                <a:lnTo>
                  <a:pt x="0" y="3141557"/>
                </a:lnTo>
                <a:lnTo>
                  <a:pt x="0" y="2729990"/>
                </a:lnTo>
                <a:lnTo>
                  <a:pt x="0" y="2344136"/>
                </a:lnTo>
                <a:lnTo>
                  <a:pt x="0" y="1983167"/>
                </a:lnTo>
                <a:lnTo>
                  <a:pt x="0" y="1646252"/>
                </a:lnTo>
                <a:lnTo>
                  <a:pt x="0" y="1332565"/>
                </a:lnTo>
                <a:lnTo>
                  <a:pt x="0" y="1041273"/>
                </a:lnTo>
                <a:lnTo>
                  <a:pt x="0" y="771549"/>
                </a:lnTo>
                <a:lnTo>
                  <a:pt x="0" y="522561"/>
                </a:lnTo>
                <a:lnTo>
                  <a:pt x="0" y="293482"/>
                </a:lnTo>
                <a:lnTo>
                  <a:pt x="0" y="83481"/>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48" name="Google Shape;48;p16"/>
          <p:cNvSpPr/>
          <p:nvPr/>
        </p:nvSpPr>
        <p:spPr>
          <a:xfrm>
            <a:off x="8395730" y="2"/>
            <a:ext cx="2959203" cy="2352793"/>
          </a:xfrm>
          <a:custGeom>
            <a:rect b="b" l="l" r="r" t="t"/>
            <a:pathLst>
              <a:path extrusionOk="0" h="2352793" w="2959203">
                <a:moveTo>
                  <a:pt x="289830" y="0"/>
                </a:moveTo>
                <a:lnTo>
                  <a:pt x="2669374" y="0"/>
                </a:lnTo>
                <a:lnTo>
                  <a:pt x="2706511" y="49584"/>
                </a:lnTo>
                <a:cubicBezTo>
                  <a:pt x="2839459" y="246061"/>
                  <a:pt x="2926309" y="476187"/>
                  <a:pt x="2951565" y="724493"/>
                </a:cubicBezTo>
                <a:lnTo>
                  <a:pt x="2959203" y="875514"/>
                </a:lnTo>
                <a:lnTo>
                  <a:pt x="2959203" y="875554"/>
                </a:lnTo>
                <a:lnTo>
                  <a:pt x="2951565" y="1026575"/>
                </a:lnTo>
                <a:cubicBezTo>
                  <a:pt x="2875795" y="1771492"/>
                  <a:pt x="2245691" y="2352793"/>
                  <a:pt x="1479602" y="2352793"/>
                </a:cubicBezTo>
                <a:cubicBezTo>
                  <a:pt x="662440" y="2352793"/>
                  <a:pt x="0" y="1691401"/>
                  <a:pt x="0" y="875534"/>
                </a:cubicBezTo>
                <a:cubicBezTo>
                  <a:pt x="0" y="569583"/>
                  <a:pt x="93156" y="285356"/>
                  <a:pt x="252694" y="4958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49" name="Google Shape;49;p16"/>
          <p:cNvSpPr/>
          <p:nvPr/>
        </p:nvSpPr>
        <p:spPr>
          <a:xfrm>
            <a:off x="1390854" y="3130662"/>
            <a:ext cx="3106248" cy="3748831"/>
          </a:xfrm>
          <a:custGeom>
            <a:rect b="b" l="l" r="r" t="t"/>
            <a:pathLst>
              <a:path extrusionOk="0" h="3748831" w="3106248">
                <a:moveTo>
                  <a:pt x="0" y="0"/>
                </a:moveTo>
                <a:lnTo>
                  <a:pt x="3106248" y="3748831"/>
                </a:lnTo>
                <a:lnTo>
                  <a:pt x="0" y="3748831"/>
                </a:lnTo>
                <a:close/>
              </a:path>
            </a:pathLst>
          </a:custGeom>
          <a:solidFill>
            <a:schemeClr val="accent2">
              <a:alpha val="98039"/>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50" name="Google Shape;50;p16"/>
          <p:cNvSpPr/>
          <p:nvPr/>
        </p:nvSpPr>
        <p:spPr>
          <a:xfrm>
            <a:off x="0" y="3130661"/>
            <a:ext cx="1400640" cy="3748832"/>
          </a:xfrm>
          <a:custGeom>
            <a:rect b="b" l="l" r="r" t="t"/>
            <a:pathLst>
              <a:path extrusionOk="0" h="3748832" w="1400640">
                <a:moveTo>
                  <a:pt x="1400640" y="0"/>
                </a:moveTo>
                <a:lnTo>
                  <a:pt x="1400640" y="3748832"/>
                </a:lnTo>
                <a:lnTo>
                  <a:pt x="0" y="3748832"/>
                </a:lnTo>
                <a:lnTo>
                  <a:pt x="0" y="1684743"/>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EB Garamond"/>
              <a:ea typeface="EB Garamond"/>
              <a:cs typeface="EB Garamond"/>
              <a:sym typeface="EB Garamond"/>
            </a:endParaRPr>
          </a:p>
        </p:txBody>
      </p:sp>
      <p:sp>
        <p:nvSpPr>
          <p:cNvPr id="51" name="Google Shape;51;p16"/>
          <p:cNvSpPr txBox="1"/>
          <p:nvPr>
            <p:ph type="title"/>
          </p:nvPr>
        </p:nvSpPr>
        <p:spPr>
          <a:xfrm>
            <a:off x="2895600" y="3776472"/>
            <a:ext cx="6400800" cy="768096"/>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accent6"/>
              </a:buClr>
              <a:buSzPts val="4400"/>
              <a:buFont typeface="Arial Black"/>
              <a:buNone/>
              <a:defRPr sz="4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6"/>
          <p:cNvSpPr txBox="1"/>
          <p:nvPr>
            <p:ph idx="1" type="body"/>
          </p:nvPr>
        </p:nvSpPr>
        <p:spPr>
          <a:xfrm>
            <a:off x="2895600" y="4718304"/>
            <a:ext cx="6400800" cy="512064"/>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accent6"/>
              </a:buClr>
              <a:buSzPts val="2400"/>
              <a:buNone/>
              <a:defRPr sz="2400">
                <a:solidFill>
                  <a:schemeClr val="accent6"/>
                </a:solidFill>
              </a:defRPr>
            </a:lvl1pPr>
            <a:lvl2pPr indent="-228600" lvl="1" marL="914400" algn="l">
              <a:lnSpc>
                <a:spcPct val="100000"/>
              </a:lnSpc>
              <a:spcBef>
                <a:spcPts val="360"/>
              </a:spcBef>
              <a:spcAft>
                <a:spcPts val="0"/>
              </a:spcAft>
              <a:buClr>
                <a:srgbClr val="888888"/>
              </a:buClr>
              <a:buSzPts val="2000"/>
              <a:buNone/>
              <a:defRPr sz="2000">
                <a:solidFill>
                  <a:srgbClr val="888888"/>
                </a:solidFill>
              </a:defRPr>
            </a:lvl2pPr>
            <a:lvl3pPr indent="-228600" lvl="2" marL="1371600" algn="l">
              <a:lnSpc>
                <a:spcPct val="100000"/>
              </a:lnSpc>
              <a:spcBef>
                <a:spcPts val="360"/>
              </a:spcBef>
              <a:spcAft>
                <a:spcPts val="0"/>
              </a:spcAft>
              <a:buClr>
                <a:srgbClr val="888888"/>
              </a:buClr>
              <a:buSzPts val="1800"/>
              <a:buNone/>
              <a:defRPr sz="1800">
                <a:solidFill>
                  <a:srgbClr val="888888"/>
                </a:solidFill>
              </a:defRPr>
            </a:lvl3pPr>
            <a:lvl4pPr indent="-228600" lvl="3" marL="1828800" algn="l">
              <a:lnSpc>
                <a:spcPct val="100000"/>
              </a:lnSpc>
              <a:spcBef>
                <a:spcPts val="360"/>
              </a:spcBef>
              <a:spcAft>
                <a:spcPts val="0"/>
              </a:spcAft>
              <a:buClr>
                <a:srgbClr val="888888"/>
              </a:buClr>
              <a:buSzPts val="1600"/>
              <a:buNone/>
              <a:defRPr sz="1600">
                <a:solidFill>
                  <a:srgbClr val="888888"/>
                </a:solidFill>
              </a:defRPr>
            </a:lvl4pPr>
            <a:lvl5pPr indent="-228600" lvl="4" marL="2286000" algn="l">
              <a:lnSpc>
                <a:spcPct val="100000"/>
              </a:lnSpc>
              <a:spcBef>
                <a:spcPts val="36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pic>
        <p:nvPicPr>
          <p:cNvPr descr="https://www.cbit.ac.in/wp-content/uploads/2023/05/CBIT-LOGO-24.05.2023.-4.no_-1.png" id="53" name="Google Shape;53;p16"/>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54" name="Google Shape;54;p16"/>
          <p:cNvSpPr/>
          <p:nvPr/>
        </p:nvSpPr>
        <p:spPr>
          <a:xfrm>
            <a:off x="-124470" y="6396335"/>
            <a:ext cx="405639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Title and Chart">
    <p:spTree>
      <p:nvGrpSpPr>
        <p:cNvPr id="55" name="Shape 55"/>
        <p:cNvGrpSpPr/>
        <p:nvPr/>
      </p:nvGrpSpPr>
      <p:grpSpPr>
        <a:xfrm>
          <a:off x="0" y="0"/>
          <a:ext cx="0" cy="0"/>
          <a:chOff x="0" y="0"/>
          <a:chExt cx="0" cy="0"/>
        </a:xfrm>
      </p:grpSpPr>
      <p:sp>
        <p:nvSpPr>
          <p:cNvPr id="56" name="Google Shape;56;p17"/>
          <p:cNvSpPr/>
          <p:nvPr/>
        </p:nvSpPr>
        <p:spPr>
          <a:xfrm>
            <a:off x="1" y="0"/>
            <a:ext cx="2242827" cy="2102966"/>
          </a:xfrm>
          <a:custGeom>
            <a:rect b="b" l="l" r="r" t="t"/>
            <a:pathLst>
              <a:path extrusionOk="0" h="2102966" w="2242827">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57" name="Google Shape;57;p17"/>
          <p:cNvSpPr txBox="1"/>
          <p:nvPr>
            <p:ph type="title"/>
          </p:nvPr>
        </p:nvSpPr>
        <p:spPr>
          <a:xfrm>
            <a:off x="758952" y="1216152"/>
            <a:ext cx="10671048" cy="768096"/>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7"/>
          <p:cNvSpPr txBox="1"/>
          <p:nvPr>
            <p:ph idx="1" type="body"/>
          </p:nvPr>
        </p:nvSpPr>
        <p:spPr>
          <a:xfrm>
            <a:off x="539496" y="2103120"/>
            <a:ext cx="11119104" cy="443484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accent6"/>
              </a:buClr>
              <a:buSzPts val="1800"/>
              <a:buChar char="•"/>
              <a:defRPr sz="1800"/>
            </a:lvl1pPr>
            <a:lvl2pPr indent="-330200" lvl="1" marL="914400" algn="l">
              <a:lnSpc>
                <a:spcPct val="100000"/>
              </a:lnSpc>
              <a:spcBef>
                <a:spcPts val="360"/>
              </a:spcBef>
              <a:spcAft>
                <a:spcPts val="0"/>
              </a:spcAft>
              <a:buClr>
                <a:schemeClr val="accent6"/>
              </a:buClr>
              <a:buSzPts val="1600"/>
              <a:buChar char="•"/>
              <a:defRPr sz="1600"/>
            </a:lvl2pPr>
            <a:lvl3pPr indent="-317500" lvl="2" marL="1371600" algn="l">
              <a:lnSpc>
                <a:spcPct val="100000"/>
              </a:lnSpc>
              <a:spcBef>
                <a:spcPts val="360"/>
              </a:spcBef>
              <a:spcAft>
                <a:spcPts val="0"/>
              </a:spcAft>
              <a:buClr>
                <a:schemeClr val="accent6"/>
              </a:buClr>
              <a:buSzPts val="1400"/>
              <a:buChar char="•"/>
              <a:defRPr sz="1400"/>
            </a:lvl3pPr>
            <a:lvl4pPr indent="-304800" lvl="3" marL="1828800" algn="l">
              <a:lnSpc>
                <a:spcPct val="100000"/>
              </a:lnSpc>
              <a:spcBef>
                <a:spcPts val="360"/>
              </a:spcBef>
              <a:spcAft>
                <a:spcPts val="0"/>
              </a:spcAft>
              <a:buClr>
                <a:schemeClr val="accent6"/>
              </a:buClr>
              <a:buSzPts val="1200"/>
              <a:buChar char="•"/>
              <a:defRPr sz="1200"/>
            </a:lvl4pPr>
            <a:lvl5pPr indent="-304800" lvl="4" marL="2286000" algn="l">
              <a:lnSpc>
                <a:spcPct val="100000"/>
              </a:lnSpc>
              <a:spcBef>
                <a:spcPts val="360"/>
              </a:spcBef>
              <a:spcAft>
                <a:spcPts val="0"/>
              </a:spcAft>
              <a:buClr>
                <a:schemeClr val="accent6"/>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7"/>
          <p:cNvSpPr txBox="1"/>
          <p:nvPr>
            <p:ph idx="11" type="ftr"/>
          </p:nvPr>
        </p:nvSpPr>
        <p:spPr>
          <a:xfrm>
            <a:off x="621792" y="457200"/>
            <a:ext cx="320040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7"/>
          <p:cNvSpPr txBox="1"/>
          <p:nvPr>
            <p:ph idx="12" type="sldNum"/>
          </p:nvPr>
        </p:nvSpPr>
        <p:spPr>
          <a:xfrm>
            <a:off x="10945368" y="457200"/>
            <a:ext cx="987552" cy="27432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pic>
        <p:nvPicPr>
          <p:cNvPr descr="https://www.cbit.ac.in/wp-content/uploads/2023/05/CBIT-LOGO-24.05.2023.-4.no_-1.png" id="61" name="Google Shape;61;p17"/>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62" name="Google Shape;62;p17"/>
          <p:cNvSpPr/>
          <p:nvPr/>
        </p:nvSpPr>
        <p:spPr>
          <a:xfrm>
            <a:off x="-124470" y="6396335"/>
            <a:ext cx="405639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Title and Table">
    <p:spTree>
      <p:nvGrpSpPr>
        <p:cNvPr id="63" name="Shape 63"/>
        <p:cNvGrpSpPr/>
        <p:nvPr/>
      </p:nvGrpSpPr>
      <p:grpSpPr>
        <a:xfrm>
          <a:off x="0" y="0"/>
          <a:ext cx="0" cy="0"/>
          <a:chOff x="0" y="0"/>
          <a:chExt cx="0" cy="0"/>
        </a:xfrm>
      </p:grpSpPr>
      <p:sp>
        <p:nvSpPr>
          <p:cNvPr id="64" name="Google Shape;64;p18"/>
          <p:cNvSpPr/>
          <p:nvPr/>
        </p:nvSpPr>
        <p:spPr>
          <a:xfrm>
            <a:off x="9866106" y="0"/>
            <a:ext cx="2325894" cy="2180854"/>
          </a:xfrm>
          <a:custGeom>
            <a:rect b="b" l="l" r="r" t="t"/>
            <a:pathLst>
              <a:path extrusionOk="0" h="2180854" w="2325894">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rgbClr val="E6F0F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65" name="Google Shape;65;p18"/>
          <p:cNvSpPr txBox="1"/>
          <p:nvPr>
            <p:ph type="title"/>
          </p:nvPr>
        </p:nvSpPr>
        <p:spPr>
          <a:xfrm>
            <a:off x="758952" y="1216152"/>
            <a:ext cx="10671048" cy="768096"/>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8"/>
          <p:cNvSpPr txBox="1"/>
          <p:nvPr>
            <p:ph idx="1" type="body"/>
          </p:nvPr>
        </p:nvSpPr>
        <p:spPr>
          <a:xfrm>
            <a:off x="755904" y="2825496"/>
            <a:ext cx="10680192" cy="283464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accent6"/>
              </a:buClr>
              <a:buSzPts val="1800"/>
              <a:buChar char="•"/>
              <a:defRPr sz="1800"/>
            </a:lvl1pPr>
            <a:lvl2pPr indent="-330200" lvl="1" marL="914400" algn="l">
              <a:lnSpc>
                <a:spcPct val="100000"/>
              </a:lnSpc>
              <a:spcBef>
                <a:spcPts val="360"/>
              </a:spcBef>
              <a:spcAft>
                <a:spcPts val="0"/>
              </a:spcAft>
              <a:buClr>
                <a:schemeClr val="accent6"/>
              </a:buClr>
              <a:buSzPts val="1600"/>
              <a:buChar char="•"/>
              <a:defRPr sz="1600"/>
            </a:lvl2pPr>
            <a:lvl3pPr indent="-317500" lvl="2" marL="1371600" algn="l">
              <a:lnSpc>
                <a:spcPct val="100000"/>
              </a:lnSpc>
              <a:spcBef>
                <a:spcPts val="360"/>
              </a:spcBef>
              <a:spcAft>
                <a:spcPts val="0"/>
              </a:spcAft>
              <a:buClr>
                <a:schemeClr val="accent6"/>
              </a:buClr>
              <a:buSzPts val="1400"/>
              <a:buChar char="•"/>
              <a:defRPr sz="1400"/>
            </a:lvl3pPr>
            <a:lvl4pPr indent="-304800" lvl="3" marL="1828800" algn="l">
              <a:lnSpc>
                <a:spcPct val="100000"/>
              </a:lnSpc>
              <a:spcBef>
                <a:spcPts val="360"/>
              </a:spcBef>
              <a:spcAft>
                <a:spcPts val="0"/>
              </a:spcAft>
              <a:buClr>
                <a:schemeClr val="accent6"/>
              </a:buClr>
              <a:buSzPts val="1200"/>
              <a:buChar char="•"/>
              <a:defRPr sz="1200"/>
            </a:lvl4pPr>
            <a:lvl5pPr indent="-304800" lvl="4" marL="2286000" algn="l">
              <a:lnSpc>
                <a:spcPct val="100000"/>
              </a:lnSpc>
              <a:spcBef>
                <a:spcPts val="360"/>
              </a:spcBef>
              <a:spcAft>
                <a:spcPts val="0"/>
              </a:spcAft>
              <a:buClr>
                <a:schemeClr val="accent6"/>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8"/>
          <p:cNvSpPr txBox="1"/>
          <p:nvPr>
            <p:ph idx="11" type="ftr"/>
          </p:nvPr>
        </p:nvSpPr>
        <p:spPr>
          <a:xfrm>
            <a:off x="621792" y="457200"/>
            <a:ext cx="320040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8"/>
          <p:cNvSpPr txBox="1"/>
          <p:nvPr>
            <p:ph idx="12" type="sldNum"/>
          </p:nvPr>
        </p:nvSpPr>
        <p:spPr>
          <a:xfrm>
            <a:off x="10945368" y="457200"/>
            <a:ext cx="987552" cy="27432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pic>
        <p:nvPicPr>
          <p:cNvPr descr="https://www.cbit.ac.in/wp-content/uploads/2023/05/CBIT-LOGO-24.05.2023.-4.no_-1.png" id="69" name="Google Shape;69;p18"/>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70" name="Google Shape;70;p18"/>
          <p:cNvSpPr/>
          <p:nvPr/>
        </p:nvSpPr>
        <p:spPr>
          <a:xfrm>
            <a:off x="-124470" y="6396335"/>
            <a:ext cx="405639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71" name="Shape 71"/>
        <p:cNvGrpSpPr/>
        <p:nvPr/>
      </p:nvGrpSpPr>
      <p:grpSpPr>
        <a:xfrm>
          <a:off x="0" y="0"/>
          <a:ext cx="0" cy="0"/>
          <a:chOff x="0" y="0"/>
          <a:chExt cx="0" cy="0"/>
        </a:xfrm>
      </p:grpSpPr>
      <p:sp>
        <p:nvSpPr>
          <p:cNvPr id="72" name="Google Shape;72;p19"/>
          <p:cNvSpPr txBox="1"/>
          <p:nvPr>
            <p:ph type="title"/>
          </p:nvPr>
        </p:nvSpPr>
        <p:spPr>
          <a:xfrm>
            <a:off x="4389120" y="2395728"/>
            <a:ext cx="7013448" cy="1627632"/>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accent6"/>
              </a:buClr>
              <a:buSzPts val="3300"/>
              <a:buFont typeface="Arial"/>
              <a:buNone/>
              <a:defRPr b="1" sz="33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9"/>
          <p:cNvSpPr txBox="1"/>
          <p:nvPr>
            <p:ph idx="1" type="body"/>
          </p:nvPr>
        </p:nvSpPr>
        <p:spPr>
          <a:xfrm>
            <a:off x="3611880" y="1984248"/>
            <a:ext cx="768096" cy="1627632"/>
          </a:xfrm>
          <a:prstGeom prst="rect">
            <a:avLst/>
          </a:prstGeom>
          <a:noFill/>
          <a:ln>
            <a:noFill/>
          </a:ln>
        </p:spPr>
        <p:txBody>
          <a:bodyPr anchorCtr="0" anchor="t" bIns="54850" lIns="91425" spcFirstLastPara="1" rIns="91425" wrap="square" tIns="45700">
            <a:noAutofit/>
          </a:bodyPr>
          <a:lstStyle>
            <a:lvl1pPr indent="-228600" lvl="0" marL="457200" algn="l">
              <a:lnSpc>
                <a:spcPct val="100000"/>
              </a:lnSpc>
              <a:spcBef>
                <a:spcPts val="360"/>
              </a:spcBef>
              <a:spcAft>
                <a:spcPts val="0"/>
              </a:spcAft>
              <a:buClr>
                <a:schemeClr val="accent6"/>
              </a:buClr>
              <a:buSzPts val="10000"/>
              <a:buNone/>
              <a:defRPr b="1" sz="100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19"/>
          <p:cNvSpPr txBox="1"/>
          <p:nvPr>
            <p:ph idx="2" type="body"/>
          </p:nvPr>
        </p:nvSpPr>
        <p:spPr>
          <a:xfrm>
            <a:off x="4389120" y="4308475"/>
            <a:ext cx="3932238" cy="588963"/>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60"/>
              </a:spcBef>
              <a:spcAft>
                <a:spcPts val="0"/>
              </a:spcAft>
              <a:buClr>
                <a:schemeClr val="accent6"/>
              </a:buClr>
              <a:buSzPts val="2400"/>
              <a:buNone/>
              <a:defRPr sz="24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9"/>
          <p:cNvSpPr txBox="1"/>
          <p:nvPr>
            <p:ph idx="3" type="body"/>
          </p:nvPr>
        </p:nvSpPr>
        <p:spPr>
          <a:xfrm>
            <a:off x="9500616" y="3209544"/>
            <a:ext cx="768096" cy="1627632"/>
          </a:xfrm>
          <a:prstGeom prst="rect">
            <a:avLst/>
          </a:prstGeom>
          <a:noFill/>
          <a:ln>
            <a:noFill/>
          </a:ln>
        </p:spPr>
        <p:txBody>
          <a:bodyPr anchorCtr="0" anchor="t" bIns="54850" lIns="91425" spcFirstLastPara="1" rIns="91425" wrap="square" tIns="45700">
            <a:noAutofit/>
          </a:bodyPr>
          <a:lstStyle>
            <a:lvl1pPr indent="-228600" lvl="0" marL="457200" algn="l">
              <a:lnSpc>
                <a:spcPct val="100000"/>
              </a:lnSpc>
              <a:spcBef>
                <a:spcPts val="360"/>
              </a:spcBef>
              <a:spcAft>
                <a:spcPts val="0"/>
              </a:spcAft>
              <a:buClr>
                <a:schemeClr val="accent6"/>
              </a:buClr>
              <a:buSzPts val="10000"/>
              <a:buNone/>
              <a:defRPr b="1" sz="100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descr="preencoded.png" id="76" name="Google Shape;76;p19"/>
          <p:cNvSpPr/>
          <p:nvPr/>
        </p:nvSpPr>
        <p:spPr>
          <a:xfrm>
            <a:off x="-7117" y="0"/>
            <a:ext cx="2550985" cy="6858000"/>
          </a:xfrm>
          <a:custGeom>
            <a:rect b="b" l="l" r="r" t="t"/>
            <a:pathLst>
              <a:path extrusionOk="0" h="6858000" w="2550985">
                <a:moveTo>
                  <a:pt x="2550985" y="0"/>
                </a:moveTo>
                <a:lnTo>
                  <a:pt x="0" y="0"/>
                </a:lnTo>
                <a:lnTo>
                  <a:pt x="0" y="6858000"/>
                </a:lnTo>
                <a:lnTo>
                  <a:pt x="2550985" y="6858000"/>
                </a:lnTo>
                <a:lnTo>
                  <a:pt x="2550985" y="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77" name="Google Shape;77;p19"/>
          <p:cNvSpPr/>
          <p:nvPr/>
        </p:nvSpPr>
        <p:spPr>
          <a:xfrm>
            <a:off x="-9415" y="0"/>
            <a:ext cx="2548591" cy="2555628"/>
          </a:xfrm>
          <a:custGeom>
            <a:rect b="b" l="l" r="r" t="t"/>
            <a:pathLst>
              <a:path extrusionOk="0" h="2555628" w="2548591">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descr="preencoded.png" id="78" name="Google Shape;78;p19"/>
          <p:cNvSpPr/>
          <p:nvPr/>
        </p:nvSpPr>
        <p:spPr>
          <a:xfrm>
            <a:off x="2543868" y="0"/>
            <a:ext cx="2560340" cy="2560340"/>
          </a:xfrm>
          <a:custGeom>
            <a:rect b="b" l="l" r="r" t="t"/>
            <a:pathLst>
              <a:path extrusionOk="0" h="2560340" w="2560340">
                <a:moveTo>
                  <a:pt x="0" y="2560340"/>
                </a:moveTo>
                <a:cubicBezTo>
                  <a:pt x="1414079" y="2560340"/>
                  <a:pt x="2560340" y="1414079"/>
                  <a:pt x="2560340" y="0"/>
                </a:cubicBezTo>
                <a:lnTo>
                  <a:pt x="0" y="0"/>
                </a:lnTo>
                <a:lnTo>
                  <a:pt x="0" y="256034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79" name="Google Shape;79;p19"/>
          <p:cNvSpPr/>
          <p:nvPr/>
        </p:nvSpPr>
        <p:spPr>
          <a:xfrm flipH="1">
            <a:off x="2535251" y="4308466"/>
            <a:ext cx="2550984" cy="2560441"/>
          </a:xfrm>
          <a:custGeom>
            <a:rect b="b" l="l" r="r" t="t"/>
            <a:pathLst>
              <a:path extrusionOk="0" h="1083" w="1079">
                <a:moveTo>
                  <a:pt x="0" y="1083"/>
                </a:moveTo>
                <a:lnTo>
                  <a:pt x="1079" y="1083"/>
                </a:lnTo>
                <a:lnTo>
                  <a:pt x="1079" y="0"/>
                </a:lnTo>
                <a:lnTo>
                  <a:pt x="0" y="108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80" name="Google Shape;80;p19"/>
          <p:cNvSpPr/>
          <p:nvPr/>
        </p:nvSpPr>
        <p:spPr>
          <a:xfrm flipH="1">
            <a:off x="-10617" y="4308466"/>
            <a:ext cx="2550984" cy="2560441"/>
          </a:xfrm>
          <a:custGeom>
            <a:rect b="b" l="l" r="r" t="t"/>
            <a:pathLst>
              <a:path extrusionOk="0" h="1083" w="1079">
                <a:moveTo>
                  <a:pt x="0" y="1083"/>
                </a:moveTo>
                <a:lnTo>
                  <a:pt x="1079" y="1083"/>
                </a:lnTo>
                <a:lnTo>
                  <a:pt x="1079" y="0"/>
                </a:lnTo>
                <a:lnTo>
                  <a:pt x="0" y="108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81" name="Google Shape;81;p19"/>
          <p:cNvSpPr txBox="1"/>
          <p:nvPr>
            <p:ph idx="12" type="sldNum"/>
          </p:nvPr>
        </p:nvSpPr>
        <p:spPr>
          <a:xfrm>
            <a:off x="10945368" y="457200"/>
            <a:ext cx="987552" cy="27432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pic>
        <p:nvPicPr>
          <p:cNvPr descr="https://www.cbit.ac.in/wp-content/uploads/2023/05/CBIT-LOGO-24.05.2023.-4.no_-1.png" id="82" name="Google Shape;82;p19"/>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83" name="Google Shape;83;p19"/>
          <p:cNvSpPr/>
          <p:nvPr/>
        </p:nvSpPr>
        <p:spPr>
          <a:xfrm>
            <a:off x="-124470" y="6396335"/>
            <a:ext cx="405639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4">
  <p:cSld name="Team x4">
    <p:spTree>
      <p:nvGrpSpPr>
        <p:cNvPr id="84" name="Shape 84"/>
        <p:cNvGrpSpPr/>
        <p:nvPr/>
      </p:nvGrpSpPr>
      <p:grpSpPr>
        <a:xfrm>
          <a:off x="0" y="0"/>
          <a:ext cx="0" cy="0"/>
          <a:chOff x="0" y="0"/>
          <a:chExt cx="0" cy="0"/>
        </a:xfrm>
      </p:grpSpPr>
      <p:sp>
        <p:nvSpPr>
          <p:cNvPr id="85" name="Google Shape;85;p20"/>
          <p:cNvSpPr/>
          <p:nvPr/>
        </p:nvSpPr>
        <p:spPr>
          <a:xfrm>
            <a:off x="-24064" y="3390900"/>
            <a:ext cx="12216063" cy="34671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50"/>
              <a:buFont typeface="Arial"/>
              <a:buNone/>
            </a:pPr>
            <a:r>
              <a:t/>
            </a:r>
            <a:endParaRPr b="0" i="0" sz="450" u="none" cap="none" strike="noStrike">
              <a:solidFill>
                <a:schemeClr val="lt1"/>
              </a:solidFill>
              <a:latin typeface="EB Garamond"/>
              <a:ea typeface="EB Garamond"/>
              <a:cs typeface="EB Garamond"/>
              <a:sym typeface="EB Garamond"/>
            </a:endParaRPr>
          </a:p>
        </p:txBody>
      </p:sp>
      <p:sp>
        <p:nvSpPr>
          <p:cNvPr id="86" name="Google Shape;86;p20"/>
          <p:cNvSpPr txBox="1"/>
          <p:nvPr>
            <p:ph type="title"/>
          </p:nvPr>
        </p:nvSpPr>
        <p:spPr>
          <a:xfrm>
            <a:off x="758952" y="1216152"/>
            <a:ext cx="10671048" cy="768096"/>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0"/>
          <p:cNvSpPr txBox="1"/>
          <p:nvPr>
            <p:ph idx="11" type="ftr"/>
          </p:nvPr>
        </p:nvSpPr>
        <p:spPr>
          <a:xfrm>
            <a:off x="621792" y="457200"/>
            <a:ext cx="320040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0"/>
          <p:cNvSpPr txBox="1"/>
          <p:nvPr>
            <p:ph idx="12" type="sldNum"/>
          </p:nvPr>
        </p:nvSpPr>
        <p:spPr>
          <a:xfrm>
            <a:off x="10945368" y="457200"/>
            <a:ext cx="987552" cy="27432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89" name="Google Shape;89;p20"/>
          <p:cNvSpPr/>
          <p:nvPr>
            <p:ph idx="2" type="pic"/>
          </p:nvPr>
        </p:nvSpPr>
        <p:spPr>
          <a:xfrm>
            <a:off x="758905" y="2392023"/>
            <a:ext cx="2596896" cy="2596896"/>
          </a:xfrm>
          <a:prstGeom prst="rect">
            <a:avLst/>
          </a:prstGeom>
          <a:solidFill>
            <a:srgbClr val="E3E5BC"/>
          </a:solidFill>
          <a:ln>
            <a:noFill/>
          </a:ln>
        </p:spPr>
      </p:sp>
      <p:sp>
        <p:nvSpPr>
          <p:cNvPr id="90" name="Google Shape;90;p20"/>
          <p:cNvSpPr txBox="1"/>
          <p:nvPr>
            <p:ph idx="1" type="body"/>
          </p:nvPr>
        </p:nvSpPr>
        <p:spPr>
          <a:xfrm>
            <a:off x="758905" y="4989515"/>
            <a:ext cx="2598737" cy="1109662"/>
          </a:xfrm>
          <a:prstGeom prst="rect">
            <a:avLst/>
          </a:prstGeom>
          <a:solidFill>
            <a:schemeClr val="lt1"/>
          </a:solidFill>
          <a:ln>
            <a:noFill/>
          </a:ln>
        </p:spPr>
        <p:txBody>
          <a:bodyPr anchorCtr="0" anchor="t" bIns="45700" lIns="0" spcFirstLastPara="1" rIns="0" wrap="square" tIns="2743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20"/>
          <p:cNvSpPr txBox="1"/>
          <p:nvPr>
            <p:ph idx="3" type="body"/>
          </p:nvPr>
        </p:nvSpPr>
        <p:spPr>
          <a:xfrm>
            <a:off x="916885" y="5599755"/>
            <a:ext cx="2283472" cy="365125"/>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400"/>
              <a:buNone/>
              <a:defRPr sz="14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20"/>
          <p:cNvSpPr/>
          <p:nvPr>
            <p:ph idx="4" type="pic"/>
          </p:nvPr>
        </p:nvSpPr>
        <p:spPr>
          <a:xfrm>
            <a:off x="3517361" y="2392619"/>
            <a:ext cx="2596896" cy="2596896"/>
          </a:xfrm>
          <a:prstGeom prst="rect">
            <a:avLst/>
          </a:prstGeom>
          <a:solidFill>
            <a:srgbClr val="E3E5BC"/>
          </a:solidFill>
          <a:ln>
            <a:noFill/>
          </a:ln>
        </p:spPr>
      </p:sp>
      <p:sp>
        <p:nvSpPr>
          <p:cNvPr id="93" name="Google Shape;93;p20"/>
          <p:cNvSpPr txBox="1"/>
          <p:nvPr>
            <p:ph idx="5" type="body"/>
          </p:nvPr>
        </p:nvSpPr>
        <p:spPr>
          <a:xfrm>
            <a:off x="3516747" y="4990111"/>
            <a:ext cx="2598737" cy="1109662"/>
          </a:xfrm>
          <a:prstGeom prst="rect">
            <a:avLst/>
          </a:prstGeom>
          <a:solidFill>
            <a:schemeClr val="lt1"/>
          </a:solidFill>
          <a:ln>
            <a:noFill/>
          </a:ln>
        </p:spPr>
        <p:txBody>
          <a:bodyPr anchorCtr="0" anchor="t" bIns="45700" lIns="0" spcFirstLastPara="1" rIns="0" wrap="square" tIns="2743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20"/>
          <p:cNvSpPr txBox="1"/>
          <p:nvPr>
            <p:ph idx="6" type="body"/>
          </p:nvPr>
        </p:nvSpPr>
        <p:spPr>
          <a:xfrm>
            <a:off x="3674073" y="5600351"/>
            <a:ext cx="2283472" cy="365125"/>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400"/>
              <a:buNone/>
              <a:defRPr sz="14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20"/>
          <p:cNvSpPr/>
          <p:nvPr>
            <p:ph idx="7" type="pic"/>
          </p:nvPr>
        </p:nvSpPr>
        <p:spPr>
          <a:xfrm>
            <a:off x="6275817" y="2393215"/>
            <a:ext cx="2596896" cy="2596896"/>
          </a:xfrm>
          <a:prstGeom prst="rect">
            <a:avLst/>
          </a:prstGeom>
          <a:solidFill>
            <a:srgbClr val="E3E5BC"/>
          </a:solidFill>
          <a:ln>
            <a:noFill/>
          </a:ln>
        </p:spPr>
      </p:sp>
      <p:sp>
        <p:nvSpPr>
          <p:cNvPr id="96" name="Google Shape;96;p20"/>
          <p:cNvSpPr txBox="1"/>
          <p:nvPr>
            <p:ph idx="8" type="body"/>
          </p:nvPr>
        </p:nvSpPr>
        <p:spPr>
          <a:xfrm>
            <a:off x="6274589" y="4990707"/>
            <a:ext cx="2598737" cy="1109662"/>
          </a:xfrm>
          <a:prstGeom prst="rect">
            <a:avLst/>
          </a:prstGeom>
          <a:solidFill>
            <a:schemeClr val="lt1"/>
          </a:solidFill>
          <a:ln>
            <a:noFill/>
          </a:ln>
        </p:spPr>
        <p:txBody>
          <a:bodyPr anchorCtr="0" anchor="t" bIns="45700" lIns="0" spcFirstLastPara="1" rIns="0" wrap="square" tIns="2743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20"/>
          <p:cNvSpPr txBox="1"/>
          <p:nvPr>
            <p:ph idx="9" type="body"/>
          </p:nvPr>
        </p:nvSpPr>
        <p:spPr>
          <a:xfrm>
            <a:off x="6432529" y="5600947"/>
            <a:ext cx="2283472" cy="365125"/>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400"/>
              <a:buNone/>
              <a:defRPr sz="14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20"/>
          <p:cNvSpPr/>
          <p:nvPr>
            <p:ph idx="13" type="pic"/>
          </p:nvPr>
        </p:nvSpPr>
        <p:spPr>
          <a:xfrm>
            <a:off x="9034272" y="2393215"/>
            <a:ext cx="2596896" cy="2596896"/>
          </a:xfrm>
          <a:prstGeom prst="rect">
            <a:avLst/>
          </a:prstGeom>
          <a:solidFill>
            <a:srgbClr val="E3E5BC"/>
          </a:solidFill>
          <a:ln>
            <a:noFill/>
          </a:ln>
        </p:spPr>
      </p:sp>
      <p:sp>
        <p:nvSpPr>
          <p:cNvPr id="99" name="Google Shape;99;p20"/>
          <p:cNvSpPr txBox="1"/>
          <p:nvPr>
            <p:ph idx="14" type="body"/>
          </p:nvPr>
        </p:nvSpPr>
        <p:spPr>
          <a:xfrm>
            <a:off x="9032431" y="4990707"/>
            <a:ext cx="2598737" cy="1109662"/>
          </a:xfrm>
          <a:prstGeom prst="rect">
            <a:avLst/>
          </a:prstGeom>
          <a:solidFill>
            <a:schemeClr val="lt1"/>
          </a:solidFill>
          <a:ln>
            <a:noFill/>
          </a:ln>
        </p:spPr>
        <p:txBody>
          <a:bodyPr anchorCtr="0" anchor="t" bIns="45700" lIns="0" spcFirstLastPara="1" rIns="0" wrap="square" tIns="2743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20"/>
          <p:cNvSpPr txBox="1"/>
          <p:nvPr>
            <p:ph idx="15" type="body"/>
          </p:nvPr>
        </p:nvSpPr>
        <p:spPr>
          <a:xfrm>
            <a:off x="9190984" y="5600947"/>
            <a:ext cx="2283472" cy="365125"/>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400"/>
              <a:buNone/>
              <a:defRPr sz="14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https://www.cbit.ac.in/wp-content/uploads/2023/05/CBIT-LOGO-24.05.2023.-4.no_-1.png" id="101" name="Google Shape;101;p20"/>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102" name="Google Shape;102;p20"/>
          <p:cNvSpPr/>
          <p:nvPr/>
        </p:nvSpPr>
        <p:spPr>
          <a:xfrm>
            <a:off x="-124470" y="6396335"/>
            <a:ext cx="405639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8">
  <p:cSld name="Team x8">
    <p:spTree>
      <p:nvGrpSpPr>
        <p:cNvPr id="103" name="Shape 103"/>
        <p:cNvGrpSpPr/>
        <p:nvPr/>
      </p:nvGrpSpPr>
      <p:grpSpPr>
        <a:xfrm>
          <a:off x="0" y="0"/>
          <a:ext cx="0" cy="0"/>
          <a:chOff x="0" y="0"/>
          <a:chExt cx="0" cy="0"/>
        </a:xfrm>
      </p:grpSpPr>
      <p:sp>
        <p:nvSpPr>
          <p:cNvPr id="104" name="Google Shape;104;p21"/>
          <p:cNvSpPr txBox="1"/>
          <p:nvPr>
            <p:ph type="title"/>
          </p:nvPr>
        </p:nvSpPr>
        <p:spPr>
          <a:xfrm>
            <a:off x="758952" y="539496"/>
            <a:ext cx="10671048" cy="768096"/>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21"/>
          <p:cNvSpPr txBox="1"/>
          <p:nvPr>
            <p:ph idx="11" type="ftr"/>
          </p:nvPr>
        </p:nvSpPr>
        <p:spPr>
          <a:xfrm>
            <a:off x="621792" y="457200"/>
            <a:ext cx="320040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21"/>
          <p:cNvSpPr txBox="1"/>
          <p:nvPr>
            <p:ph idx="12" type="sldNum"/>
          </p:nvPr>
        </p:nvSpPr>
        <p:spPr>
          <a:xfrm>
            <a:off x="10972800" y="457200"/>
            <a:ext cx="987552" cy="27432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107" name="Google Shape;107;p21"/>
          <p:cNvSpPr/>
          <p:nvPr>
            <p:ph idx="2" type="pic"/>
          </p:nvPr>
        </p:nvSpPr>
        <p:spPr>
          <a:xfrm>
            <a:off x="1271016" y="1545336"/>
            <a:ext cx="2029968" cy="1828800"/>
          </a:xfrm>
          <a:prstGeom prst="rect">
            <a:avLst/>
          </a:prstGeom>
          <a:solidFill>
            <a:srgbClr val="E3E5BC"/>
          </a:solidFill>
          <a:ln>
            <a:noFill/>
          </a:ln>
        </p:spPr>
      </p:sp>
      <p:sp>
        <p:nvSpPr>
          <p:cNvPr id="108" name="Google Shape;108;p21"/>
          <p:cNvSpPr txBox="1"/>
          <p:nvPr>
            <p:ph idx="1" type="body"/>
          </p:nvPr>
        </p:nvSpPr>
        <p:spPr>
          <a:xfrm>
            <a:off x="1271016" y="3191256"/>
            <a:ext cx="2029968" cy="694944"/>
          </a:xfrm>
          <a:prstGeom prst="rect">
            <a:avLst/>
          </a:prstGeom>
          <a:solidFill>
            <a:schemeClr val="accent4"/>
          </a:solidFill>
          <a:ln>
            <a:noFill/>
          </a:ln>
        </p:spPr>
        <p:txBody>
          <a:bodyPr anchorCtr="0" anchor="t" bIns="45700" lIns="0" spcFirstLastPara="1" rIns="0" wrap="square" tIns="155425">
            <a:noAutofit/>
          </a:bodyPr>
          <a:lstStyle>
            <a:lvl1pPr indent="-228600" lvl="0" marL="457200" algn="ctr">
              <a:lnSpc>
                <a:spcPct val="100000"/>
              </a:lnSpc>
              <a:spcBef>
                <a:spcPts val="0"/>
              </a:spcBef>
              <a:spcAft>
                <a:spcPts val="0"/>
              </a:spcAft>
              <a:buClr>
                <a:schemeClr val="accent6"/>
              </a:buClr>
              <a:buSzPts val="1400"/>
              <a:buNone/>
              <a:defRPr b="1" sz="14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21"/>
          <p:cNvSpPr txBox="1"/>
          <p:nvPr>
            <p:ph idx="3" type="body"/>
          </p:nvPr>
        </p:nvSpPr>
        <p:spPr>
          <a:xfrm>
            <a:off x="1271016" y="3616960"/>
            <a:ext cx="2029968" cy="18288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200"/>
              <a:buNone/>
              <a:defRPr sz="12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21"/>
          <p:cNvSpPr/>
          <p:nvPr>
            <p:ph idx="4" type="pic"/>
          </p:nvPr>
        </p:nvSpPr>
        <p:spPr>
          <a:xfrm>
            <a:off x="1271016" y="4144264"/>
            <a:ext cx="2029968" cy="1828800"/>
          </a:xfrm>
          <a:prstGeom prst="rect">
            <a:avLst/>
          </a:prstGeom>
          <a:solidFill>
            <a:srgbClr val="E3E5BC"/>
          </a:solidFill>
          <a:ln>
            <a:noFill/>
          </a:ln>
        </p:spPr>
      </p:sp>
      <p:sp>
        <p:nvSpPr>
          <p:cNvPr id="111" name="Google Shape;111;p21"/>
          <p:cNvSpPr txBox="1"/>
          <p:nvPr>
            <p:ph idx="5" type="body"/>
          </p:nvPr>
        </p:nvSpPr>
        <p:spPr>
          <a:xfrm>
            <a:off x="1271016" y="5790184"/>
            <a:ext cx="2029968" cy="694944"/>
          </a:xfrm>
          <a:prstGeom prst="rect">
            <a:avLst/>
          </a:prstGeom>
          <a:solidFill>
            <a:schemeClr val="accent1"/>
          </a:solidFill>
          <a:ln>
            <a:noFill/>
          </a:ln>
        </p:spPr>
        <p:txBody>
          <a:bodyPr anchorCtr="0" anchor="t" bIns="45700" lIns="0" spcFirstLastPara="1" rIns="0" wrap="square" tIns="155425">
            <a:noAutofit/>
          </a:bodyPr>
          <a:lstStyle>
            <a:lvl1pPr indent="-228600" lvl="0" marL="457200" algn="ctr">
              <a:lnSpc>
                <a:spcPct val="100000"/>
              </a:lnSpc>
              <a:spcBef>
                <a:spcPts val="0"/>
              </a:spcBef>
              <a:spcAft>
                <a:spcPts val="0"/>
              </a:spcAft>
              <a:buClr>
                <a:schemeClr val="accent6"/>
              </a:buClr>
              <a:buSzPts val="1400"/>
              <a:buNone/>
              <a:defRPr b="1" sz="14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21"/>
          <p:cNvSpPr txBox="1"/>
          <p:nvPr>
            <p:ph idx="6" type="body"/>
          </p:nvPr>
        </p:nvSpPr>
        <p:spPr>
          <a:xfrm>
            <a:off x="1271016" y="6215888"/>
            <a:ext cx="2029968" cy="18288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200"/>
              <a:buNone/>
              <a:defRPr sz="12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21"/>
          <p:cNvSpPr/>
          <p:nvPr>
            <p:ph idx="7" type="pic"/>
          </p:nvPr>
        </p:nvSpPr>
        <p:spPr>
          <a:xfrm>
            <a:off x="3828288" y="1545336"/>
            <a:ext cx="2029968" cy="1828800"/>
          </a:xfrm>
          <a:prstGeom prst="rect">
            <a:avLst/>
          </a:prstGeom>
          <a:solidFill>
            <a:srgbClr val="E3E5BC"/>
          </a:solidFill>
          <a:ln>
            <a:noFill/>
          </a:ln>
        </p:spPr>
      </p:sp>
      <p:sp>
        <p:nvSpPr>
          <p:cNvPr id="114" name="Google Shape;114;p21"/>
          <p:cNvSpPr txBox="1"/>
          <p:nvPr>
            <p:ph idx="8" type="body"/>
          </p:nvPr>
        </p:nvSpPr>
        <p:spPr>
          <a:xfrm>
            <a:off x="3828288" y="3191256"/>
            <a:ext cx="2029968" cy="694944"/>
          </a:xfrm>
          <a:prstGeom prst="rect">
            <a:avLst/>
          </a:prstGeom>
          <a:solidFill>
            <a:schemeClr val="accent1"/>
          </a:solidFill>
          <a:ln>
            <a:noFill/>
          </a:ln>
        </p:spPr>
        <p:txBody>
          <a:bodyPr anchorCtr="0" anchor="t" bIns="45700" lIns="0" spcFirstLastPara="1" rIns="0" wrap="square" tIns="155425">
            <a:noAutofit/>
          </a:bodyPr>
          <a:lstStyle>
            <a:lvl1pPr indent="-228600" lvl="0" marL="457200" algn="ctr">
              <a:lnSpc>
                <a:spcPct val="100000"/>
              </a:lnSpc>
              <a:spcBef>
                <a:spcPts val="0"/>
              </a:spcBef>
              <a:spcAft>
                <a:spcPts val="0"/>
              </a:spcAft>
              <a:buClr>
                <a:schemeClr val="accent6"/>
              </a:buClr>
              <a:buSzPts val="1400"/>
              <a:buNone/>
              <a:defRPr b="1" sz="14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21"/>
          <p:cNvSpPr txBox="1"/>
          <p:nvPr>
            <p:ph idx="9" type="body"/>
          </p:nvPr>
        </p:nvSpPr>
        <p:spPr>
          <a:xfrm>
            <a:off x="3828288" y="3616960"/>
            <a:ext cx="2029968" cy="18288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200"/>
              <a:buNone/>
              <a:defRPr sz="12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p21"/>
          <p:cNvSpPr/>
          <p:nvPr>
            <p:ph idx="13" type="pic"/>
          </p:nvPr>
        </p:nvSpPr>
        <p:spPr>
          <a:xfrm>
            <a:off x="3828288" y="4144264"/>
            <a:ext cx="2029968" cy="1828800"/>
          </a:xfrm>
          <a:prstGeom prst="rect">
            <a:avLst/>
          </a:prstGeom>
          <a:solidFill>
            <a:srgbClr val="E3E5BC"/>
          </a:solidFill>
          <a:ln>
            <a:noFill/>
          </a:ln>
        </p:spPr>
      </p:sp>
      <p:sp>
        <p:nvSpPr>
          <p:cNvPr id="117" name="Google Shape;117;p21"/>
          <p:cNvSpPr txBox="1"/>
          <p:nvPr>
            <p:ph idx="14" type="body"/>
          </p:nvPr>
        </p:nvSpPr>
        <p:spPr>
          <a:xfrm>
            <a:off x="3828288" y="5790184"/>
            <a:ext cx="2029968" cy="694944"/>
          </a:xfrm>
          <a:prstGeom prst="rect">
            <a:avLst/>
          </a:prstGeom>
          <a:solidFill>
            <a:schemeClr val="accent4"/>
          </a:solidFill>
          <a:ln>
            <a:noFill/>
          </a:ln>
        </p:spPr>
        <p:txBody>
          <a:bodyPr anchorCtr="0" anchor="t" bIns="45700" lIns="0" spcFirstLastPara="1" rIns="0" wrap="square" tIns="155425">
            <a:noAutofit/>
          </a:bodyPr>
          <a:lstStyle>
            <a:lvl1pPr indent="-228600" lvl="0" marL="457200" algn="ctr">
              <a:lnSpc>
                <a:spcPct val="100000"/>
              </a:lnSpc>
              <a:spcBef>
                <a:spcPts val="0"/>
              </a:spcBef>
              <a:spcAft>
                <a:spcPts val="0"/>
              </a:spcAft>
              <a:buClr>
                <a:schemeClr val="accent6"/>
              </a:buClr>
              <a:buSzPts val="1400"/>
              <a:buNone/>
              <a:defRPr b="1" sz="14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21"/>
          <p:cNvSpPr txBox="1"/>
          <p:nvPr>
            <p:ph idx="15" type="body"/>
          </p:nvPr>
        </p:nvSpPr>
        <p:spPr>
          <a:xfrm>
            <a:off x="3828288" y="6215888"/>
            <a:ext cx="2029968" cy="18288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200"/>
              <a:buNone/>
              <a:defRPr sz="12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21"/>
          <p:cNvSpPr/>
          <p:nvPr>
            <p:ph idx="16" type="pic"/>
          </p:nvPr>
        </p:nvSpPr>
        <p:spPr>
          <a:xfrm>
            <a:off x="6385560" y="1545336"/>
            <a:ext cx="2029968" cy="1828800"/>
          </a:xfrm>
          <a:prstGeom prst="rect">
            <a:avLst/>
          </a:prstGeom>
          <a:solidFill>
            <a:srgbClr val="E3E5BC"/>
          </a:solidFill>
          <a:ln>
            <a:noFill/>
          </a:ln>
        </p:spPr>
      </p:sp>
      <p:sp>
        <p:nvSpPr>
          <p:cNvPr id="120" name="Google Shape;120;p21"/>
          <p:cNvSpPr txBox="1"/>
          <p:nvPr>
            <p:ph idx="17" type="body"/>
          </p:nvPr>
        </p:nvSpPr>
        <p:spPr>
          <a:xfrm>
            <a:off x="6385560" y="3191256"/>
            <a:ext cx="2029968" cy="694944"/>
          </a:xfrm>
          <a:prstGeom prst="rect">
            <a:avLst/>
          </a:prstGeom>
          <a:solidFill>
            <a:schemeClr val="accent4"/>
          </a:solidFill>
          <a:ln>
            <a:noFill/>
          </a:ln>
        </p:spPr>
        <p:txBody>
          <a:bodyPr anchorCtr="0" anchor="t" bIns="45700" lIns="0" spcFirstLastPara="1" rIns="0" wrap="square" tIns="155425">
            <a:noAutofit/>
          </a:bodyPr>
          <a:lstStyle>
            <a:lvl1pPr indent="-228600" lvl="0" marL="457200" algn="ctr">
              <a:lnSpc>
                <a:spcPct val="100000"/>
              </a:lnSpc>
              <a:spcBef>
                <a:spcPts val="0"/>
              </a:spcBef>
              <a:spcAft>
                <a:spcPts val="0"/>
              </a:spcAft>
              <a:buClr>
                <a:schemeClr val="accent6"/>
              </a:buClr>
              <a:buSzPts val="1400"/>
              <a:buNone/>
              <a:defRPr b="1" sz="14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21"/>
          <p:cNvSpPr txBox="1"/>
          <p:nvPr>
            <p:ph idx="18" type="body"/>
          </p:nvPr>
        </p:nvSpPr>
        <p:spPr>
          <a:xfrm>
            <a:off x="6385560" y="3616960"/>
            <a:ext cx="2029968" cy="18288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200"/>
              <a:buNone/>
              <a:defRPr sz="12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21"/>
          <p:cNvSpPr/>
          <p:nvPr>
            <p:ph idx="19" type="pic"/>
          </p:nvPr>
        </p:nvSpPr>
        <p:spPr>
          <a:xfrm>
            <a:off x="6385560" y="4144264"/>
            <a:ext cx="2029968" cy="1828800"/>
          </a:xfrm>
          <a:prstGeom prst="rect">
            <a:avLst/>
          </a:prstGeom>
          <a:solidFill>
            <a:srgbClr val="E3E5BC"/>
          </a:solidFill>
          <a:ln>
            <a:noFill/>
          </a:ln>
        </p:spPr>
      </p:sp>
      <p:sp>
        <p:nvSpPr>
          <p:cNvPr id="123" name="Google Shape;123;p21"/>
          <p:cNvSpPr txBox="1"/>
          <p:nvPr>
            <p:ph idx="20" type="body"/>
          </p:nvPr>
        </p:nvSpPr>
        <p:spPr>
          <a:xfrm>
            <a:off x="6385560" y="5790184"/>
            <a:ext cx="2029968" cy="694944"/>
          </a:xfrm>
          <a:prstGeom prst="rect">
            <a:avLst/>
          </a:prstGeom>
          <a:solidFill>
            <a:schemeClr val="accent1"/>
          </a:solidFill>
          <a:ln>
            <a:noFill/>
          </a:ln>
        </p:spPr>
        <p:txBody>
          <a:bodyPr anchorCtr="0" anchor="t" bIns="45700" lIns="0" spcFirstLastPara="1" rIns="0" wrap="square" tIns="155425">
            <a:noAutofit/>
          </a:bodyPr>
          <a:lstStyle>
            <a:lvl1pPr indent="-228600" lvl="0" marL="457200" algn="ctr">
              <a:lnSpc>
                <a:spcPct val="100000"/>
              </a:lnSpc>
              <a:spcBef>
                <a:spcPts val="0"/>
              </a:spcBef>
              <a:spcAft>
                <a:spcPts val="0"/>
              </a:spcAft>
              <a:buClr>
                <a:schemeClr val="accent6"/>
              </a:buClr>
              <a:buSzPts val="1400"/>
              <a:buNone/>
              <a:defRPr b="1" sz="14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 name="Google Shape;124;p21"/>
          <p:cNvSpPr txBox="1"/>
          <p:nvPr>
            <p:ph idx="21" type="body"/>
          </p:nvPr>
        </p:nvSpPr>
        <p:spPr>
          <a:xfrm>
            <a:off x="6385560" y="6215888"/>
            <a:ext cx="2029968" cy="18288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200"/>
              <a:buNone/>
              <a:defRPr sz="12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21"/>
          <p:cNvSpPr/>
          <p:nvPr>
            <p:ph idx="22" type="pic"/>
          </p:nvPr>
        </p:nvSpPr>
        <p:spPr>
          <a:xfrm>
            <a:off x="8942832" y="1545336"/>
            <a:ext cx="2029968" cy="1828800"/>
          </a:xfrm>
          <a:prstGeom prst="rect">
            <a:avLst/>
          </a:prstGeom>
          <a:solidFill>
            <a:srgbClr val="E3E5BC"/>
          </a:solidFill>
          <a:ln>
            <a:noFill/>
          </a:ln>
        </p:spPr>
      </p:sp>
      <p:sp>
        <p:nvSpPr>
          <p:cNvPr id="126" name="Google Shape;126;p21"/>
          <p:cNvSpPr txBox="1"/>
          <p:nvPr>
            <p:ph idx="23" type="body"/>
          </p:nvPr>
        </p:nvSpPr>
        <p:spPr>
          <a:xfrm>
            <a:off x="8942832" y="3191256"/>
            <a:ext cx="2029968" cy="694944"/>
          </a:xfrm>
          <a:prstGeom prst="rect">
            <a:avLst/>
          </a:prstGeom>
          <a:solidFill>
            <a:schemeClr val="accent1"/>
          </a:solidFill>
          <a:ln>
            <a:noFill/>
          </a:ln>
        </p:spPr>
        <p:txBody>
          <a:bodyPr anchorCtr="0" anchor="t" bIns="45700" lIns="0" spcFirstLastPara="1" rIns="0" wrap="square" tIns="155425">
            <a:noAutofit/>
          </a:bodyPr>
          <a:lstStyle>
            <a:lvl1pPr indent="-228600" lvl="0" marL="457200" algn="ctr">
              <a:lnSpc>
                <a:spcPct val="100000"/>
              </a:lnSpc>
              <a:spcBef>
                <a:spcPts val="0"/>
              </a:spcBef>
              <a:spcAft>
                <a:spcPts val="0"/>
              </a:spcAft>
              <a:buClr>
                <a:schemeClr val="accent6"/>
              </a:buClr>
              <a:buSzPts val="1400"/>
              <a:buNone/>
              <a:defRPr b="1" sz="14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 name="Google Shape;127;p21"/>
          <p:cNvSpPr txBox="1"/>
          <p:nvPr>
            <p:ph idx="24" type="body"/>
          </p:nvPr>
        </p:nvSpPr>
        <p:spPr>
          <a:xfrm>
            <a:off x="8942832" y="3616960"/>
            <a:ext cx="2029968" cy="18288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200"/>
              <a:buNone/>
              <a:defRPr sz="12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 name="Google Shape;128;p21"/>
          <p:cNvSpPr/>
          <p:nvPr>
            <p:ph idx="25" type="pic"/>
          </p:nvPr>
        </p:nvSpPr>
        <p:spPr>
          <a:xfrm>
            <a:off x="8942832" y="4144264"/>
            <a:ext cx="2029968" cy="1828800"/>
          </a:xfrm>
          <a:prstGeom prst="rect">
            <a:avLst/>
          </a:prstGeom>
          <a:solidFill>
            <a:srgbClr val="E3E5BC"/>
          </a:solidFill>
          <a:ln>
            <a:noFill/>
          </a:ln>
        </p:spPr>
      </p:sp>
      <p:sp>
        <p:nvSpPr>
          <p:cNvPr id="129" name="Google Shape;129;p21"/>
          <p:cNvSpPr txBox="1"/>
          <p:nvPr>
            <p:ph idx="26" type="body"/>
          </p:nvPr>
        </p:nvSpPr>
        <p:spPr>
          <a:xfrm>
            <a:off x="8942832" y="5790184"/>
            <a:ext cx="2029968" cy="694944"/>
          </a:xfrm>
          <a:prstGeom prst="rect">
            <a:avLst/>
          </a:prstGeom>
          <a:solidFill>
            <a:schemeClr val="accent4"/>
          </a:solidFill>
          <a:ln>
            <a:noFill/>
          </a:ln>
        </p:spPr>
        <p:txBody>
          <a:bodyPr anchorCtr="0" anchor="t" bIns="45700" lIns="0" spcFirstLastPara="1" rIns="0" wrap="square" tIns="155425">
            <a:noAutofit/>
          </a:bodyPr>
          <a:lstStyle>
            <a:lvl1pPr indent="-228600" lvl="0" marL="457200" algn="ctr">
              <a:lnSpc>
                <a:spcPct val="100000"/>
              </a:lnSpc>
              <a:spcBef>
                <a:spcPts val="0"/>
              </a:spcBef>
              <a:spcAft>
                <a:spcPts val="0"/>
              </a:spcAft>
              <a:buClr>
                <a:schemeClr val="accent6"/>
              </a:buClr>
              <a:buSzPts val="1400"/>
              <a:buNone/>
              <a:defRPr b="1" sz="14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 name="Google Shape;130;p21"/>
          <p:cNvSpPr txBox="1"/>
          <p:nvPr>
            <p:ph idx="27" type="body"/>
          </p:nvPr>
        </p:nvSpPr>
        <p:spPr>
          <a:xfrm>
            <a:off x="8942832" y="6215888"/>
            <a:ext cx="2029968" cy="18288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200"/>
              <a:buNone/>
              <a:defRPr sz="12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https://www.cbit.ac.in/wp-content/uploads/2023/05/CBIT-LOGO-24.05.2023.-4.no_-1.png" id="131" name="Google Shape;131;p21"/>
          <p:cNvPicPr preferRelativeResize="0"/>
          <p:nvPr/>
        </p:nvPicPr>
        <p:blipFill rotWithShape="1">
          <a:blip r:embed="rId2">
            <a:alphaModFix/>
          </a:blip>
          <a:srcRect b="0" l="0" r="0" t="0"/>
          <a:stretch/>
        </p:blipFill>
        <p:spPr>
          <a:xfrm>
            <a:off x="7642518" y="0"/>
            <a:ext cx="4324985" cy="1015984"/>
          </a:xfrm>
          <a:prstGeom prst="rect">
            <a:avLst/>
          </a:prstGeom>
          <a:noFill/>
          <a:ln>
            <a:noFill/>
          </a:ln>
        </p:spPr>
      </p:pic>
      <p:sp>
        <p:nvSpPr>
          <p:cNvPr id="132" name="Google Shape;132;p21"/>
          <p:cNvSpPr/>
          <p:nvPr/>
        </p:nvSpPr>
        <p:spPr>
          <a:xfrm>
            <a:off x="-124470" y="6405479"/>
            <a:ext cx="405639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lumn">
  <p:cSld name="5 Column">
    <p:spTree>
      <p:nvGrpSpPr>
        <p:cNvPr id="133" name="Shape 133"/>
        <p:cNvGrpSpPr/>
        <p:nvPr/>
      </p:nvGrpSpPr>
      <p:grpSpPr>
        <a:xfrm>
          <a:off x="0" y="0"/>
          <a:ext cx="0" cy="0"/>
          <a:chOff x="0" y="0"/>
          <a:chExt cx="0" cy="0"/>
        </a:xfrm>
      </p:grpSpPr>
      <p:sp>
        <p:nvSpPr>
          <p:cNvPr id="134" name="Google Shape;134;p22"/>
          <p:cNvSpPr/>
          <p:nvPr/>
        </p:nvSpPr>
        <p:spPr>
          <a:xfrm>
            <a:off x="685338" y="3796480"/>
            <a:ext cx="2011680" cy="151790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EB Garamond"/>
              <a:ea typeface="EB Garamond"/>
              <a:cs typeface="EB Garamond"/>
              <a:sym typeface="EB Garamond"/>
            </a:endParaRPr>
          </a:p>
        </p:txBody>
      </p:sp>
      <p:sp>
        <p:nvSpPr>
          <p:cNvPr id="135" name="Google Shape;135;p22"/>
          <p:cNvSpPr/>
          <p:nvPr/>
        </p:nvSpPr>
        <p:spPr>
          <a:xfrm>
            <a:off x="2900911" y="3796480"/>
            <a:ext cx="2011680" cy="1517904"/>
          </a:xfrm>
          <a:prstGeom prst="rect">
            <a:avLst/>
          </a:prstGeom>
          <a:solidFill>
            <a:srgbClr val="DCE6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EB Garamond"/>
              <a:ea typeface="EB Garamond"/>
              <a:cs typeface="EB Garamond"/>
              <a:sym typeface="EB Garamond"/>
            </a:endParaRPr>
          </a:p>
        </p:txBody>
      </p:sp>
      <p:sp>
        <p:nvSpPr>
          <p:cNvPr id="136" name="Google Shape;136;p22"/>
          <p:cNvSpPr/>
          <p:nvPr/>
        </p:nvSpPr>
        <p:spPr>
          <a:xfrm>
            <a:off x="5116484" y="3796480"/>
            <a:ext cx="2011680" cy="151790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EB Garamond"/>
              <a:ea typeface="EB Garamond"/>
              <a:cs typeface="EB Garamond"/>
              <a:sym typeface="EB Garamond"/>
            </a:endParaRPr>
          </a:p>
        </p:txBody>
      </p:sp>
      <p:sp>
        <p:nvSpPr>
          <p:cNvPr id="137" name="Google Shape;137;p22"/>
          <p:cNvSpPr/>
          <p:nvPr/>
        </p:nvSpPr>
        <p:spPr>
          <a:xfrm>
            <a:off x="9547629" y="3796480"/>
            <a:ext cx="2011680" cy="151790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EB Garamond"/>
              <a:ea typeface="EB Garamond"/>
              <a:cs typeface="EB Garamond"/>
              <a:sym typeface="EB Garamond"/>
            </a:endParaRPr>
          </a:p>
        </p:txBody>
      </p:sp>
      <p:sp>
        <p:nvSpPr>
          <p:cNvPr id="138" name="Google Shape;138;p22"/>
          <p:cNvSpPr/>
          <p:nvPr/>
        </p:nvSpPr>
        <p:spPr>
          <a:xfrm>
            <a:off x="7332057" y="3796480"/>
            <a:ext cx="2011680" cy="1517904"/>
          </a:xfrm>
          <a:prstGeom prst="rect">
            <a:avLst/>
          </a:prstGeom>
          <a:solidFill>
            <a:srgbClr val="DCE6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EB Garamond"/>
              <a:ea typeface="EB Garamond"/>
              <a:cs typeface="EB Garamond"/>
              <a:sym typeface="EB Garamond"/>
            </a:endParaRPr>
          </a:p>
        </p:txBody>
      </p:sp>
      <p:sp>
        <p:nvSpPr>
          <p:cNvPr id="139" name="Google Shape;139;p22"/>
          <p:cNvSpPr txBox="1"/>
          <p:nvPr>
            <p:ph type="title"/>
          </p:nvPr>
        </p:nvSpPr>
        <p:spPr>
          <a:xfrm>
            <a:off x="758952" y="841248"/>
            <a:ext cx="10671048" cy="768096"/>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22"/>
          <p:cNvSpPr txBox="1"/>
          <p:nvPr>
            <p:ph idx="11" type="ftr"/>
          </p:nvPr>
        </p:nvSpPr>
        <p:spPr>
          <a:xfrm>
            <a:off x="621792" y="457200"/>
            <a:ext cx="320040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22"/>
          <p:cNvSpPr txBox="1"/>
          <p:nvPr>
            <p:ph idx="12" type="sldNum"/>
          </p:nvPr>
        </p:nvSpPr>
        <p:spPr>
          <a:xfrm>
            <a:off x="10945368" y="457200"/>
            <a:ext cx="987552" cy="27432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142" name="Google Shape;142;p22"/>
          <p:cNvSpPr txBox="1"/>
          <p:nvPr>
            <p:ph idx="1" type="body"/>
          </p:nvPr>
        </p:nvSpPr>
        <p:spPr>
          <a:xfrm>
            <a:off x="685338" y="2491684"/>
            <a:ext cx="2011680" cy="2825173"/>
          </a:xfrm>
          <a:prstGeom prst="rect">
            <a:avLst/>
          </a:prstGeom>
          <a:noFill/>
          <a:ln cap="flat" cmpd="sng" w="12700">
            <a:solidFill>
              <a:schemeClr val="accent1"/>
            </a:solidFill>
            <a:prstDash val="solid"/>
            <a:round/>
            <a:headEnd len="sm" w="sm" type="none"/>
            <a:tailEnd len="sm" w="sm" type="none"/>
          </a:ln>
        </p:spPr>
        <p:txBody>
          <a:bodyPr anchorCtr="0" anchor="t" bIns="45700" lIns="91425" spcFirstLastPara="1" rIns="91425" wrap="square" tIns="6858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3" name="Google Shape;143;p22"/>
          <p:cNvSpPr/>
          <p:nvPr>
            <p:ph idx="2" type="pic"/>
          </p:nvPr>
        </p:nvSpPr>
        <p:spPr>
          <a:xfrm>
            <a:off x="1339134" y="2111058"/>
            <a:ext cx="704088" cy="704088"/>
          </a:xfrm>
          <a:prstGeom prst="ellipse">
            <a:avLst/>
          </a:prstGeom>
          <a:solidFill>
            <a:schemeClr val="accent1"/>
          </a:solidFill>
          <a:ln>
            <a:noFill/>
          </a:ln>
        </p:spPr>
      </p:sp>
      <p:sp>
        <p:nvSpPr>
          <p:cNvPr id="144" name="Google Shape;144;p22"/>
          <p:cNvSpPr txBox="1"/>
          <p:nvPr>
            <p:ph idx="3" type="body"/>
          </p:nvPr>
        </p:nvSpPr>
        <p:spPr>
          <a:xfrm>
            <a:off x="731058" y="3888404"/>
            <a:ext cx="1920240" cy="13716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Clr>
                <a:schemeClr val="accent6"/>
              </a:buClr>
              <a:buSzPts val="1500"/>
              <a:buNone/>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 name="Google Shape;145;p22"/>
          <p:cNvSpPr txBox="1"/>
          <p:nvPr>
            <p:ph idx="4" type="body"/>
          </p:nvPr>
        </p:nvSpPr>
        <p:spPr>
          <a:xfrm>
            <a:off x="2900910" y="2491684"/>
            <a:ext cx="2011680" cy="2825173"/>
          </a:xfrm>
          <a:prstGeom prst="rect">
            <a:avLst/>
          </a:prstGeom>
          <a:noFill/>
          <a:ln cap="flat" cmpd="sng" w="12700">
            <a:solidFill>
              <a:schemeClr val="accent3"/>
            </a:solidFill>
            <a:prstDash val="solid"/>
            <a:round/>
            <a:headEnd len="sm" w="sm" type="none"/>
            <a:tailEnd len="sm" w="sm" type="none"/>
          </a:ln>
        </p:spPr>
        <p:txBody>
          <a:bodyPr anchorCtr="0" anchor="t" bIns="45700" lIns="91425" spcFirstLastPara="1" rIns="91425" wrap="square" tIns="6858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6" name="Google Shape;146;p22"/>
          <p:cNvSpPr/>
          <p:nvPr>
            <p:ph idx="5" type="pic"/>
          </p:nvPr>
        </p:nvSpPr>
        <p:spPr>
          <a:xfrm>
            <a:off x="3554707" y="2111058"/>
            <a:ext cx="704088" cy="704088"/>
          </a:xfrm>
          <a:prstGeom prst="ellipse">
            <a:avLst/>
          </a:prstGeom>
          <a:solidFill>
            <a:schemeClr val="accent3"/>
          </a:solidFill>
          <a:ln>
            <a:noFill/>
          </a:ln>
        </p:spPr>
      </p:sp>
      <p:sp>
        <p:nvSpPr>
          <p:cNvPr id="147" name="Google Shape;147;p22"/>
          <p:cNvSpPr txBox="1"/>
          <p:nvPr>
            <p:ph idx="6" type="body"/>
          </p:nvPr>
        </p:nvSpPr>
        <p:spPr>
          <a:xfrm>
            <a:off x="2946630" y="3888404"/>
            <a:ext cx="1920240" cy="13716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Clr>
                <a:schemeClr val="accent6"/>
              </a:buClr>
              <a:buSzPts val="1500"/>
              <a:buNone/>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22"/>
          <p:cNvSpPr txBox="1"/>
          <p:nvPr>
            <p:ph idx="7" type="body"/>
          </p:nvPr>
        </p:nvSpPr>
        <p:spPr>
          <a:xfrm>
            <a:off x="5116484" y="2491684"/>
            <a:ext cx="2011680" cy="2825173"/>
          </a:xfrm>
          <a:prstGeom prst="rect">
            <a:avLst/>
          </a:prstGeom>
          <a:noFill/>
          <a:ln cap="flat" cmpd="sng" w="12700">
            <a:solidFill>
              <a:schemeClr val="accent1"/>
            </a:solidFill>
            <a:prstDash val="solid"/>
            <a:round/>
            <a:headEnd len="sm" w="sm" type="none"/>
            <a:tailEnd len="sm" w="sm" type="none"/>
          </a:ln>
        </p:spPr>
        <p:txBody>
          <a:bodyPr anchorCtr="0" anchor="t" bIns="45700" lIns="91425" spcFirstLastPara="1" rIns="91425" wrap="square" tIns="6858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9" name="Google Shape;149;p22"/>
          <p:cNvSpPr/>
          <p:nvPr>
            <p:ph idx="8" type="pic"/>
          </p:nvPr>
        </p:nvSpPr>
        <p:spPr>
          <a:xfrm>
            <a:off x="5770280" y="2111058"/>
            <a:ext cx="704088" cy="704088"/>
          </a:xfrm>
          <a:prstGeom prst="ellipse">
            <a:avLst/>
          </a:prstGeom>
          <a:solidFill>
            <a:schemeClr val="accent1"/>
          </a:solidFill>
          <a:ln>
            <a:noFill/>
          </a:ln>
        </p:spPr>
      </p:sp>
      <p:sp>
        <p:nvSpPr>
          <p:cNvPr id="150" name="Google Shape;150;p22"/>
          <p:cNvSpPr txBox="1"/>
          <p:nvPr>
            <p:ph idx="9" type="body"/>
          </p:nvPr>
        </p:nvSpPr>
        <p:spPr>
          <a:xfrm>
            <a:off x="5162204" y="3888404"/>
            <a:ext cx="1920240" cy="13716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Clr>
                <a:schemeClr val="accent6"/>
              </a:buClr>
              <a:buSzPts val="1500"/>
              <a:buNone/>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 name="Google Shape;151;p22"/>
          <p:cNvSpPr txBox="1"/>
          <p:nvPr>
            <p:ph idx="13" type="body"/>
          </p:nvPr>
        </p:nvSpPr>
        <p:spPr>
          <a:xfrm>
            <a:off x="7332057" y="2491684"/>
            <a:ext cx="2011680" cy="2825173"/>
          </a:xfrm>
          <a:prstGeom prst="rect">
            <a:avLst/>
          </a:prstGeom>
          <a:noFill/>
          <a:ln cap="flat" cmpd="sng" w="12700">
            <a:solidFill>
              <a:schemeClr val="accent3"/>
            </a:solidFill>
            <a:prstDash val="solid"/>
            <a:round/>
            <a:headEnd len="sm" w="sm" type="none"/>
            <a:tailEnd len="sm" w="sm" type="none"/>
          </a:ln>
        </p:spPr>
        <p:txBody>
          <a:bodyPr anchorCtr="0" anchor="t" bIns="45700" lIns="91425" spcFirstLastPara="1" rIns="91425" wrap="square" tIns="6858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52" name="Google Shape;152;p22"/>
          <p:cNvSpPr/>
          <p:nvPr>
            <p:ph idx="14" type="pic"/>
          </p:nvPr>
        </p:nvSpPr>
        <p:spPr>
          <a:xfrm>
            <a:off x="7985853" y="2111058"/>
            <a:ext cx="704088" cy="704088"/>
          </a:xfrm>
          <a:prstGeom prst="ellipse">
            <a:avLst/>
          </a:prstGeom>
          <a:solidFill>
            <a:schemeClr val="accent3"/>
          </a:solidFill>
          <a:ln>
            <a:noFill/>
          </a:ln>
        </p:spPr>
      </p:sp>
      <p:sp>
        <p:nvSpPr>
          <p:cNvPr id="153" name="Google Shape;153;p22"/>
          <p:cNvSpPr txBox="1"/>
          <p:nvPr>
            <p:ph idx="15" type="body"/>
          </p:nvPr>
        </p:nvSpPr>
        <p:spPr>
          <a:xfrm>
            <a:off x="7377777" y="3888404"/>
            <a:ext cx="1920240" cy="13716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Clr>
                <a:schemeClr val="accent6"/>
              </a:buClr>
              <a:buSzPts val="1500"/>
              <a:buNone/>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 name="Google Shape;154;p22"/>
          <p:cNvSpPr txBox="1"/>
          <p:nvPr>
            <p:ph idx="16" type="body"/>
          </p:nvPr>
        </p:nvSpPr>
        <p:spPr>
          <a:xfrm>
            <a:off x="9547629" y="2491684"/>
            <a:ext cx="2011680" cy="2825173"/>
          </a:xfrm>
          <a:prstGeom prst="rect">
            <a:avLst/>
          </a:prstGeom>
          <a:noFill/>
          <a:ln cap="flat" cmpd="sng" w="12700">
            <a:solidFill>
              <a:schemeClr val="accent1"/>
            </a:solidFill>
            <a:prstDash val="solid"/>
            <a:round/>
            <a:headEnd len="sm" w="sm" type="none"/>
            <a:tailEnd len="sm" w="sm" type="none"/>
          </a:ln>
        </p:spPr>
        <p:txBody>
          <a:bodyPr anchorCtr="0" anchor="t" bIns="45700" lIns="91425" spcFirstLastPara="1" rIns="91425" wrap="square" tIns="6858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55" name="Google Shape;155;p22"/>
          <p:cNvSpPr/>
          <p:nvPr>
            <p:ph idx="17" type="pic"/>
          </p:nvPr>
        </p:nvSpPr>
        <p:spPr>
          <a:xfrm>
            <a:off x="10201425" y="2111058"/>
            <a:ext cx="704088" cy="704088"/>
          </a:xfrm>
          <a:prstGeom prst="ellipse">
            <a:avLst/>
          </a:prstGeom>
          <a:solidFill>
            <a:schemeClr val="accent1"/>
          </a:solidFill>
          <a:ln>
            <a:noFill/>
          </a:ln>
        </p:spPr>
      </p:sp>
      <p:sp>
        <p:nvSpPr>
          <p:cNvPr id="156" name="Google Shape;156;p22"/>
          <p:cNvSpPr txBox="1"/>
          <p:nvPr>
            <p:ph idx="18" type="body"/>
          </p:nvPr>
        </p:nvSpPr>
        <p:spPr>
          <a:xfrm>
            <a:off x="9593349" y="3888404"/>
            <a:ext cx="1920240" cy="13716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Clr>
                <a:schemeClr val="accent6"/>
              </a:buClr>
              <a:buSzPts val="1500"/>
              <a:buNone/>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https://www.cbit.ac.in/wp-content/uploads/2023/05/CBIT-LOGO-24.05.2023.-4.no_-1.png" id="157" name="Google Shape;157;p22"/>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158" name="Google Shape;158;p22"/>
          <p:cNvSpPr/>
          <p:nvPr/>
        </p:nvSpPr>
        <p:spPr>
          <a:xfrm>
            <a:off x="-124470" y="6396335"/>
            <a:ext cx="405639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Timeline">
    <p:spTree>
      <p:nvGrpSpPr>
        <p:cNvPr id="159" name="Shape 159"/>
        <p:cNvGrpSpPr/>
        <p:nvPr/>
      </p:nvGrpSpPr>
      <p:grpSpPr>
        <a:xfrm>
          <a:off x="0" y="0"/>
          <a:ext cx="0" cy="0"/>
          <a:chOff x="0" y="0"/>
          <a:chExt cx="0" cy="0"/>
        </a:xfrm>
      </p:grpSpPr>
      <p:sp>
        <p:nvSpPr>
          <p:cNvPr id="160" name="Google Shape;160;p23"/>
          <p:cNvSpPr/>
          <p:nvPr/>
        </p:nvSpPr>
        <p:spPr>
          <a:xfrm>
            <a:off x="0" y="0"/>
            <a:ext cx="2838450" cy="2857958"/>
          </a:xfrm>
          <a:custGeom>
            <a:rect b="b" l="l" r="r" t="t"/>
            <a:pathLst>
              <a:path extrusionOk="0" h="2857958" w="2838450">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161" name="Google Shape;161;p23"/>
          <p:cNvSpPr/>
          <p:nvPr/>
        </p:nvSpPr>
        <p:spPr>
          <a:xfrm>
            <a:off x="1" y="-1"/>
            <a:ext cx="1970627" cy="1990267"/>
          </a:xfrm>
          <a:custGeom>
            <a:rect b="b" l="l" r="r" t="t"/>
            <a:pathLst>
              <a:path extrusionOk="0" h="1990267" w="1970627">
                <a:moveTo>
                  <a:pt x="0" y="0"/>
                </a:moveTo>
                <a:lnTo>
                  <a:pt x="1970627" y="0"/>
                </a:lnTo>
                <a:lnTo>
                  <a:pt x="1960534" y="200357"/>
                </a:lnTo>
                <a:cubicBezTo>
                  <a:pt x="1865827" y="1135608"/>
                  <a:pt x="1124383" y="1884831"/>
                  <a:pt x="190254" y="1980571"/>
                </a:cubicBezTo>
                <a:lnTo>
                  <a:pt x="0" y="1990267"/>
                </a:lnTo>
                <a:close/>
              </a:path>
            </a:pathLst>
          </a:custGeom>
          <a:solidFill>
            <a:srgbClr val="F5CDC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162" name="Google Shape;162;p23"/>
          <p:cNvSpPr/>
          <p:nvPr/>
        </p:nvSpPr>
        <p:spPr>
          <a:xfrm>
            <a:off x="1" y="1"/>
            <a:ext cx="1003449" cy="1013015"/>
          </a:xfrm>
          <a:custGeom>
            <a:rect b="b" l="l" r="r" t="t"/>
            <a:pathLst>
              <a:path extrusionOk="0" h="1013015" w="1003449">
                <a:moveTo>
                  <a:pt x="0" y="0"/>
                </a:moveTo>
                <a:lnTo>
                  <a:pt x="1003449" y="0"/>
                </a:lnTo>
                <a:lnTo>
                  <a:pt x="998306" y="100639"/>
                </a:lnTo>
                <a:cubicBezTo>
                  <a:pt x="949402" y="576784"/>
                  <a:pt x="566756" y="959471"/>
                  <a:pt x="90663" y="1008380"/>
                </a:cubicBezTo>
                <a:lnTo>
                  <a:pt x="0" y="1013015"/>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163" name="Google Shape;163;p23"/>
          <p:cNvSpPr txBox="1"/>
          <p:nvPr>
            <p:ph type="title"/>
          </p:nvPr>
        </p:nvSpPr>
        <p:spPr>
          <a:xfrm>
            <a:off x="758952" y="1216152"/>
            <a:ext cx="10671048" cy="768096"/>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accent6"/>
              </a:buClr>
              <a:buSzPts val="4400"/>
              <a:buFont typeface="Arial Black"/>
              <a:buNone/>
              <a:defRPr>
                <a:solidFill>
                  <a:schemeClr val="accent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p23"/>
          <p:cNvSpPr txBox="1"/>
          <p:nvPr>
            <p:ph idx="12" type="sldNum"/>
          </p:nvPr>
        </p:nvSpPr>
        <p:spPr>
          <a:xfrm>
            <a:off x="10945368" y="457200"/>
            <a:ext cx="987552" cy="27432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descr="preencoded.png" id="165" name="Google Shape;165;p23"/>
          <p:cNvSpPr/>
          <p:nvPr/>
        </p:nvSpPr>
        <p:spPr>
          <a:xfrm>
            <a:off x="1458332" y="590133"/>
            <a:ext cx="775021" cy="775021"/>
          </a:xfrm>
          <a:custGeom>
            <a:rect b="b" l="l" r="r" t="t"/>
            <a:pathLst>
              <a:path extrusionOk="0" h="775021" w="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166" name="Google Shape;166;p23"/>
          <p:cNvSpPr txBox="1"/>
          <p:nvPr>
            <p:ph idx="1" type="body"/>
          </p:nvPr>
        </p:nvSpPr>
        <p:spPr>
          <a:xfrm>
            <a:off x="685338" y="3017520"/>
            <a:ext cx="1993392" cy="557784"/>
          </a:xfrm>
          <a:prstGeom prst="rect">
            <a:avLst/>
          </a:prstGeom>
          <a:solidFill>
            <a:schemeClr val="accent3"/>
          </a:solid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7" name="Google Shape;167;p23"/>
          <p:cNvSpPr txBox="1"/>
          <p:nvPr>
            <p:ph idx="2" type="body"/>
          </p:nvPr>
        </p:nvSpPr>
        <p:spPr>
          <a:xfrm>
            <a:off x="2900911" y="3017520"/>
            <a:ext cx="1993392" cy="557784"/>
          </a:xfrm>
          <a:prstGeom prst="rect">
            <a:avLst/>
          </a:prstGeom>
          <a:solidFill>
            <a:schemeClr val="accent1"/>
          </a:solid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8" name="Google Shape;168;p23"/>
          <p:cNvSpPr txBox="1"/>
          <p:nvPr>
            <p:ph idx="3" type="body"/>
          </p:nvPr>
        </p:nvSpPr>
        <p:spPr>
          <a:xfrm>
            <a:off x="5116484" y="3017520"/>
            <a:ext cx="1993392" cy="557784"/>
          </a:xfrm>
          <a:prstGeom prst="rect">
            <a:avLst/>
          </a:prstGeom>
          <a:solidFill>
            <a:schemeClr val="accent3"/>
          </a:solid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9" name="Google Shape;169;p23"/>
          <p:cNvSpPr txBox="1"/>
          <p:nvPr>
            <p:ph idx="4" type="body"/>
          </p:nvPr>
        </p:nvSpPr>
        <p:spPr>
          <a:xfrm>
            <a:off x="7332057" y="3017520"/>
            <a:ext cx="1993392" cy="557784"/>
          </a:xfrm>
          <a:prstGeom prst="rect">
            <a:avLst/>
          </a:prstGeom>
          <a:solidFill>
            <a:schemeClr val="accent1"/>
          </a:solid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0" name="Google Shape;170;p23"/>
          <p:cNvSpPr txBox="1"/>
          <p:nvPr>
            <p:ph idx="5" type="body"/>
          </p:nvPr>
        </p:nvSpPr>
        <p:spPr>
          <a:xfrm>
            <a:off x="9547629" y="3017520"/>
            <a:ext cx="1993392" cy="557784"/>
          </a:xfrm>
          <a:prstGeom prst="rect">
            <a:avLst/>
          </a:prstGeom>
          <a:solidFill>
            <a:schemeClr val="accent3"/>
          </a:solid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1" name="Google Shape;171;p23"/>
          <p:cNvSpPr txBox="1"/>
          <p:nvPr>
            <p:ph idx="6" type="body"/>
          </p:nvPr>
        </p:nvSpPr>
        <p:spPr>
          <a:xfrm>
            <a:off x="685338" y="4745736"/>
            <a:ext cx="1993392" cy="795528"/>
          </a:xfrm>
          <a:prstGeom prst="rect">
            <a:avLst/>
          </a:prstGeom>
          <a:noFill/>
          <a:ln>
            <a:noFill/>
          </a:ln>
        </p:spPr>
        <p:txBody>
          <a:bodyPr anchorCtr="0" anchor="t" bIns="45700" lIns="0" spcFirstLastPara="1" rIns="0" wrap="square" tIns="45700">
            <a:normAutofit/>
          </a:bodyPr>
          <a:lstStyle>
            <a:lvl1pPr indent="-228600" lvl="0" marL="457200" algn="ctr">
              <a:lnSpc>
                <a:spcPct val="100000"/>
              </a:lnSpc>
              <a:spcBef>
                <a:spcPts val="0"/>
              </a:spcBef>
              <a:spcAft>
                <a:spcPts val="0"/>
              </a:spcAft>
              <a:buClr>
                <a:schemeClr val="accent6"/>
              </a:buClr>
              <a:buSzPts val="1500"/>
              <a:buNone/>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 name="Google Shape;172;p23"/>
          <p:cNvSpPr txBox="1"/>
          <p:nvPr>
            <p:ph idx="7" type="body"/>
          </p:nvPr>
        </p:nvSpPr>
        <p:spPr>
          <a:xfrm>
            <a:off x="2900911" y="4745736"/>
            <a:ext cx="1993392" cy="795528"/>
          </a:xfrm>
          <a:prstGeom prst="rect">
            <a:avLst/>
          </a:prstGeom>
          <a:noFill/>
          <a:ln>
            <a:noFill/>
          </a:ln>
        </p:spPr>
        <p:txBody>
          <a:bodyPr anchorCtr="0" anchor="t" bIns="45700" lIns="0" spcFirstLastPara="1" rIns="0" wrap="square" tIns="45700">
            <a:normAutofit/>
          </a:bodyPr>
          <a:lstStyle>
            <a:lvl1pPr indent="-228600" lvl="0" marL="457200" algn="ctr">
              <a:lnSpc>
                <a:spcPct val="100000"/>
              </a:lnSpc>
              <a:spcBef>
                <a:spcPts val="0"/>
              </a:spcBef>
              <a:spcAft>
                <a:spcPts val="0"/>
              </a:spcAft>
              <a:buClr>
                <a:schemeClr val="accent6"/>
              </a:buClr>
              <a:buSzPts val="1500"/>
              <a:buNone/>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 name="Google Shape;173;p23"/>
          <p:cNvSpPr txBox="1"/>
          <p:nvPr>
            <p:ph idx="8" type="body"/>
          </p:nvPr>
        </p:nvSpPr>
        <p:spPr>
          <a:xfrm>
            <a:off x="5116484" y="4745736"/>
            <a:ext cx="1993392" cy="795528"/>
          </a:xfrm>
          <a:prstGeom prst="rect">
            <a:avLst/>
          </a:prstGeom>
          <a:noFill/>
          <a:ln>
            <a:noFill/>
          </a:ln>
        </p:spPr>
        <p:txBody>
          <a:bodyPr anchorCtr="0" anchor="t" bIns="45700" lIns="0" spcFirstLastPara="1" rIns="0" wrap="square" tIns="45700">
            <a:normAutofit/>
          </a:bodyPr>
          <a:lstStyle>
            <a:lvl1pPr indent="-228600" lvl="0" marL="457200" algn="ctr">
              <a:lnSpc>
                <a:spcPct val="100000"/>
              </a:lnSpc>
              <a:spcBef>
                <a:spcPts val="0"/>
              </a:spcBef>
              <a:spcAft>
                <a:spcPts val="0"/>
              </a:spcAft>
              <a:buClr>
                <a:schemeClr val="accent6"/>
              </a:buClr>
              <a:buSzPts val="1500"/>
              <a:buNone/>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 name="Google Shape;174;p23"/>
          <p:cNvSpPr txBox="1"/>
          <p:nvPr>
            <p:ph idx="9" type="body"/>
          </p:nvPr>
        </p:nvSpPr>
        <p:spPr>
          <a:xfrm>
            <a:off x="7332057" y="4745736"/>
            <a:ext cx="1993392" cy="795528"/>
          </a:xfrm>
          <a:prstGeom prst="rect">
            <a:avLst/>
          </a:prstGeom>
          <a:noFill/>
          <a:ln>
            <a:noFill/>
          </a:ln>
        </p:spPr>
        <p:txBody>
          <a:bodyPr anchorCtr="0" anchor="t" bIns="45700" lIns="0" spcFirstLastPara="1" rIns="0" wrap="square" tIns="45700">
            <a:normAutofit/>
          </a:bodyPr>
          <a:lstStyle>
            <a:lvl1pPr indent="-228600" lvl="0" marL="457200" algn="ctr">
              <a:lnSpc>
                <a:spcPct val="100000"/>
              </a:lnSpc>
              <a:spcBef>
                <a:spcPts val="0"/>
              </a:spcBef>
              <a:spcAft>
                <a:spcPts val="0"/>
              </a:spcAft>
              <a:buClr>
                <a:schemeClr val="accent6"/>
              </a:buClr>
              <a:buSzPts val="1500"/>
              <a:buNone/>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 name="Google Shape;175;p23"/>
          <p:cNvSpPr txBox="1"/>
          <p:nvPr>
            <p:ph idx="13" type="body"/>
          </p:nvPr>
        </p:nvSpPr>
        <p:spPr>
          <a:xfrm>
            <a:off x="9547629" y="4745736"/>
            <a:ext cx="1993392" cy="795528"/>
          </a:xfrm>
          <a:prstGeom prst="rect">
            <a:avLst/>
          </a:prstGeom>
          <a:noFill/>
          <a:ln>
            <a:noFill/>
          </a:ln>
        </p:spPr>
        <p:txBody>
          <a:bodyPr anchorCtr="0" anchor="t" bIns="45700" lIns="0" spcFirstLastPara="1" rIns="0" wrap="square" tIns="45700">
            <a:normAutofit/>
          </a:bodyPr>
          <a:lstStyle>
            <a:lvl1pPr indent="-228600" lvl="0" marL="457200" algn="ctr">
              <a:lnSpc>
                <a:spcPct val="100000"/>
              </a:lnSpc>
              <a:spcBef>
                <a:spcPts val="0"/>
              </a:spcBef>
              <a:spcAft>
                <a:spcPts val="0"/>
              </a:spcAft>
              <a:buClr>
                <a:schemeClr val="accent6"/>
              </a:buClr>
              <a:buSzPts val="1500"/>
              <a:buNone/>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76" name="Google Shape;176;p23"/>
          <p:cNvCxnSpPr/>
          <p:nvPr/>
        </p:nvCxnSpPr>
        <p:spPr>
          <a:xfrm>
            <a:off x="739398" y="4187681"/>
            <a:ext cx="10812360" cy="0"/>
          </a:xfrm>
          <a:prstGeom prst="straightConnector1">
            <a:avLst/>
          </a:prstGeom>
          <a:noFill/>
          <a:ln cap="flat" cmpd="sng" w="12700">
            <a:solidFill>
              <a:srgbClr val="F1D0D0"/>
            </a:solidFill>
            <a:prstDash val="solid"/>
            <a:miter lim="800000"/>
            <a:headEnd len="sm" w="sm" type="none"/>
            <a:tailEnd len="sm" w="sm" type="none"/>
          </a:ln>
        </p:spPr>
      </p:cxnSp>
      <p:pic>
        <p:nvPicPr>
          <p:cNvPr descr="https://www.cbit.ac.in/wp-content/uploads/2023/05/CBIT-LOGO-24.05.2023.-4.no_-1.png" id="177" name="Google Shape;177;p23"/>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178" name="Google Shape;178;p23"/>
          <p:cNvSpPr/>
          <p:nvPr/>
        </p:nvSpPr>
        <p:spPr>
          <a:xfrm>
            <a:off x="-124470" y="6396335"/>
            <a:ext cx="405639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179" name="Shape 179"/>
        <p:cNvGrpSpPr/>
        <p:nvPr/>
      </p:nvGrpSpPr>
      <p:grpSpPr>
        <a:xfrm>
          <a:off x="0" y="0"/>
          <a:ext cx="0" cy="0"/>
          <a:chOff x="0" y="0"/>
          <a:chExt cx="0" cy="0"/>
        </a:xfrm>
      </p:grpSpPr>
      <p:sp>
        <p:nvSpPr>
          <p:cNvPr id="180" name="Google Shape;180;p24"/>
          <p:cNvSpPr txBox="1"/>
          <p:nvPr>
            <p:ph type="title"/>
          </p:nvPr>
        </p:nvSpPr>
        <p:spPr>
          <a:xfrm>
            <a:off x="3986784" y="1243584"/>
            <a:ext cx="8165592" cy="768096"/>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descr="preencoded.png" id="181" name="Google Shape;181;p24"/>
          <p:cNvSpPr/>
          <p:nvPr/>
        </p:nvSpPr>
        <p:spPr>
          <a:xfrm>
            <a:off x="-5568" y="-2784"/>
            <a:ext cx="3443288" cy="6891337"/>
          </a:xfrm>
          <a:custGeom>
            <a:rect b="b" l="l" r="r" t="t"/>
            <a:pathLst>
              <a:path extrusionOk="0" h="6891337" w="3443288">
                <a:moveTo>
                  <a:pt x="3443288" y="0"/>
                </a:moveTo>
                <a:lnTo>
                  <a:pt x="0" y="0"/>
                </a:lnTo>
                <a:lnTo>
                  <a:pt x="0" y="6891338"/>
                </a:lnTo>
                <a:lnTo>
                  <a:pt x="3443288" y="6891338"/>
                </a:lnTo>
                <a:lnTo>
                  <a:pt x="3443288"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pic>
        <p:nvPicPr>
          <p:cNvPr descr="preencoded.png" id="182" name="Google Shape;182;p24"/>
          <p:cNvPicPr preferRelativeResize="0"/>
          <p:nvPr/>
        </p:nvPicPr>
        <p:blipFill rotWithShape="1">
          <a:blip r:embed="rId2">
            <a:alphaModFix/>
          </a:blip>
          <a:srcRect b="0" l="0" r="0" t="0"/>
          <a:stretch/>
        </p:blipFill>
        <p:spPr>
          <a:xfrm>
            <a:off x="1703311" y="-2784"/>
            <a:ext cx="1734410" cy="5167313"/>
          </a:xfrm>
          <a:prstGeom prst="rect">
            <a:avLst/>
          </a:prstGeom>
          <a:noFill/>
          <a:ln>
            <a:noFill/>
          </a:ln>
        </p:spPr>
      </p:pic>
      <p:sp>
        <p:nvSpPr>
          <p:cNvPr id="183" name="Google Shape;183;p24"/>
          <p:cNvSpPr/>
          <p:nvPr/>
        </p:nvSpPr>
        <p:spPr>
          <a:xfrm>
            <a:off x="1721621" y="-2784"/>
            <a:ext cx="1716115" cy="1720853"/>
          </a:xfrm>
          <a:custGeom>
            <a:rect b="b" l="l" r="r" t="t"/>
            <a:pathLst>
              <a:path extrusionOk="0" h="1720853" w="1716115">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lt1">
              <a:alpha val="98039"/>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descr="preencoded.png" id="184" name="Google Shape;184;p24"/>
          <p:cNvSpPr/>
          <p:nvPr/>
        </p:nvSpPr>
        <p:spPr>
          <a:xfrm>
            <a:off x="-5568" y="3440504"/>
            <a:ext cx="3443288" cy="3448050"/>
          </a:xfrm>
          <a:custGeom>
            <a:rect b="b" l="l" r="r" t="t"/>
            <a:pathLst>
              <a:path extrusionOk="0" h="3448050" w="3443288">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pic>
        <p:nvPicPr>
          <p:cNvPr descr="preencoded.png" id="185" name="Google Shape;185;p24"/>
          <p:cNvPicPr preferRelativeResize="0"/>
          <p:nvPr/>
        </p:nvPicPr>
        <p:blipFill rotWithShape="1">
          <a:blip r:embed="rId3">
            <a:alphaModFix/>
          </a:blip>
          <a:srcRect b="0" l="0" r="0" t="0"/>
          <a:stretch/>
        </p:blipFill>
        <p:spPr>
          <a:xfrm>
            <a:off x="1718457" y="3440504"/>
            <a:ext cx="1719263" cy="1724025"/>
          </a:xfrm>
          <a:prstGeom prst="rect">
            <a:avLst/>
          </a:prstGeom>
          <a:noFill/>
          <a:ln>
            <a:noFill/>
          </a:ln>
        </p:spPr>
      </p:pic>
      <p:sp>
        <p:nvSpPr>
          <p:cNvPr id="186" name="Google Shape;186;p24"/>
          <p:cNvSpPr txBox="1"/>
          <p:nvPr>
            <p:ph idx="1" type="body"/>
          </p:nvPr>
        </p:nvSpPr>
        <p:spPr>
          <a:xfrm>
            <a:off x="3977640" y="2330704"/>
            <a:ext cx="3822192" cy="41148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Clr>
                <a:schemeClr val="accent6"/>
              </a:buClr>
              <a:buSzPts val="1800"/>
              <a:buNone/>
              <a:defRPr b="1" sz="1800" cap="none">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87" name="Google Shape;187;p24"/>
          <p:cNvSpPr txBox="1"/>
          <p:nvPr>
            <p:ph idx="2" type="body"/>
          </p:nvPr>
        </p:nvSpPr>
        <p:spPr>
          <a:xfrm>
            <a:off x="3685032" y="2877312"/>
            <a:ext cx="3741928" cy="3684588"/>
          </a:xfrm>
          <a:prstGeom prst="rect">
            <a:avLst/>
          </a:prstGeom>
          <a:noFill/>
          <a:ln>
            <a:noFill/>
          </a:ln>
        </p:spPr>
        <p:txBody>
          <a:bodyPr anchorCtr="0" anchor="t" bIns="45700" lIns="45700" spcFirstLastPara="1" rIns="45700" wrap="square" tIns="45700">
            <a:normAutofit/>
          </a:bodyPr>
          <a:lstStyle>
            <a:lvl1pPr indent="-323850" lvl="0" marL="457200" algn="l">
              <a:lnSpc>
                <a:spcPct val="100000"/>
              </a:lnSpc>
              <a:spcBef>
                <a:spcPts val="360"/>
              </a:spcBef>
              <a:spcAft>
                <a:spcPts val="0"/>
              </a:spcAft>
              <a:buClr>
                <a:schemeClr val="accent6"/>
              </a:buClr>
              <a:buSzPts val="1500"/>
              <a:buChar char="•"/>
              <a:defRPr sz="1500"/>
            </a:lvl1pPr>
            <a:lvl2pPr indent="-311150" lvl="1" marL="914400" algn="l">
              <a:lnSpc>
                <a:spcPct val="100000"/>
              </a:lnSpc>
              <a:spcBef>
                <a:spcPts val="360"/>
              </a:spcBef>
              <a:spcAft>
                <a:spcPts val="0"/>
              </a:spcAft>
              <a:buClr>
                <a:schemeClr val="accent6"/>
              </a:buClr>
              <a:buSzPts val="1300"/>
              <a:buChar char="•"/>
              <a:defRPr sz="1300"/>
            </a:lvl2pPr>
            <a:lvl3pPr indent="-304800" lvl="2" marL="1371600" algn="l">
              <a:lnSpc>
                <a:spcPct val="100000"/>
              </a:lnSpc>
              <a:spcBef>
                <a:spcPts val="360"/>
              </a:spcBef>
              <a:spcAft>
                <a:spcPts val="0"/>
              </a:spcAft>
              <a:buClr>
                <a:schemeClr val="accent6"/>
              </a:buClr>
              <a:buSzPts val="1200"/>
              <a:buChar char="•"/>
              <a:defRPr sz="1200"/>
            </a:lvl3pPr>
            <a:lvl4pPr indent="-304800" lvl="3" marL="1828800" algn="l">
              <a:lnSpc>
                <a:spcPct val="100000"/>
              </a:lnSpc>
              <a:spcBef>
                <a:spcPts val="360"/>
              </a:spcBef>
              <a:spcAft>
                <a:spcPts val="0"/>
              </a:spcAft>
              <a:buClr>
                <a:schemeClr val="accent6"/>
              </a:buClr>
              <a:buSzPts val="1200"/>
              <a:buChar char="•"/>
              <a:defRPr sz="1200"/>
            </a:lvl4pPr>
            <a:lvl5pPr indent="-304800" lvl="4" marL="2286000" algn="l">
              <a:lnSpc>
                <a:spcPct val="100000"/>
              </a:lnSpc>
              <a:spcBef>
                <a:spcPts val="360"/>
              </a:spcBef>
              <a:spcAft>
                <a:spcPts val="0"/>
              </a:spcAft>
              <a:buClr>
                <a:schemeClr val="accent6"/>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 name="Google Shape;188;p24"/>
          <p:cNvSpPr txBox="1"/>
          <p:nvPr>
            <p:ph idx="3" type="body"/>
          </p:nvPr>
        </p:nvSpPr>
        <p:spPr>
          <a:xfrm>
            <a:off x="8046720" y="2330704"/>
            <a:ext cx="3822192" cy="41148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Clr>
                <a:schemeClr val="accent6"/>
              </a:buClr>
              <a:buSzPts val="1800"/>
              <a:buNone/>
              <a:defRPr b="1" sz="1800" cap="none">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89" name="Google Shape;189;p24"/>
          <p:cNvSpPr txBox="1"/>
          <p:nvPr>
            <p:ph idx="4" type="body"/>
          </p:nvPr>
        </p:nvSpPr>
        <p:spPr>
          <a:xfrm>
            <a:off x="7754112" y="2877312"/>
            <a:ext cx="3741928" cy="3684588"/>
          </a:xfrm>
          <a:prstGeom prst="rect">
            <a:avLst/>
          </a:prstGeom>
          <a:noFill/>
          <a:ln>
            <a:noFill/>
          </a:ln>
        </p:spPr>
        <p:txBody>
          <a:bodyPr anchorCtr="0" anchor="t" bIns="45700" lIns="45700" spcFirstLastPara="1" rIns="45700" wrap="square" tIns="45700">
            <a:normAutofit/>
          </a:bodyPr>
          <a:lstStyle>
            <a:lvl1pPr indent="-323850" lvl="0" marL="457200" algn="l">
              <a:lnSpc>
                <a:spcPct val="100000"/>
              </a:lnSpc>
              <a:spcBef>
                <a:spcPts val="360"/>
              </a:spcBef>
              <a:spcAft>
                <a:spcPts val="0"/>
              </a:spcAft>
              <a:buClr>
                <a:schemeClr val="accent6"/>
              </a:buClr>
              <a:buSzPts val="1500"/>
              <a:buChar char="•"/>
              <a:defRPr sz="1500"/>
            </a:lvl1pPr>
            <a:lvl2pPr indent="-311150" lvl="1" marL="914400" algn="l">
              <a:lnSpc>
                <a:spcPct val="100000"/>
              </a:lnSpc>
              <a:spcBef>
                <a:spcPts val="360"/>
              </a:spcBef>
              <a:spcAft>
                <a:spcPts val="0"/>
              </a:spcAft>
              <a:buClr>
                <a:schemeClr val="accent6"/>
              </a:buClr>
              <a:buSzPts val="1300"/>
              <a:buChar char="•"/>
              <a:defRPr sz="1300"/>
            </a:lvl2pPr>
            <a:lvl3pPr indent="-304800" lvl="2" marL="1371600" algn="l">
              <a:lnSpc>
                <a:spcPct val="100000"/>
              </a:lnSpc>
              <a:spcBef>
                <a:spcPts val="360"/>
              </a:spcBef>
              <a:spcAft>
                <a:spcPts val="0"/>
              </a:spcAft>
              <a:buClr>
                <a:schemeClr val="accent6"/>
              </a:buClr>
              <a:buSzPts val="1200"/>
              <a:buChar char="•"/>
              <a:defRPr sz="1200"/>
            </a:lvl3pPr>
            <a:lvl4pPr indent="-304800" lvl="3" marL="1828800" algn="l">
              <a:lnSpc>
                <a:spcPct val="100000"/>
              </a:lnSpc>
              <a:spcBef>
                <a:spcPts val="360"/>
              </a:spcBef>
              <a:spcAft>
                <a:spcPts val="0"/>
              </a:spcAft>
              <a:buClr>
                <a:schemeClr val="accent6"/>
              </a:buClr>
              <a:buSzPts val="1200"/>
              <a:buChar char="•"/>
              <a:defRPr sz="1200"/>
            </a:lvl4pPr>
            <a:lvl5pPr indent="-304800" lvl="4" marL="2286000" algn="l">
              <a:lnSpc>
                <a:spcPct val="100000"/>
              </a:lnSpc>
              <a:spcBef>
                <a:spcPts val="360"/>
              </a:spcBef>
              <a:spcAft>
                <a:spcPts val="0"/>
              </a:spcAft>
              <a:buClr>
                <a:schemeClr val="accent6"/>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 name="Google Shape;190;p24"/>
          <p:cNvSpPr txBox="1"/>
          <p:nvPr>
            <p:ph idx="12" type="sldNum"/>
          </p:nvPr>
        </p:nvSpPr>
        <p:spPr>
          <a:xfrm>
            <a:off x="10945368" y="457200"/>
            <a:ext cx="987552" cy="27432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pic>
        <p:nvPicPr>
          <p:cNvPr descr="https://www.cbit.ac.in/wp-content/uploads/2023/05/CBIT-LOGO-24.05.2023.-4.no_-1.png" id="191" name="Google Shape;191;p24"/>
          <p:cNvPicPr preferRelativeResize="0"/>
          <p:nvPr/>
        </p:nvPicPr>
        <p:blipFill rotWithShape="1">
          <a:blip r:embed="rId4">
            <a:alphaModFix/>
          </a:blip>
          <a:srcRect b="0" l="0" r="0" t="0"/>
          <a:stretch/>
        </p:blipFill>
        <p:spPr>
          <a:xfrm>
            <a:off x="7642518" y="-9144"/>
            <a:ext cx="4324985" cy="1015984"/>
          </a:xfrm>
          <a:prstGeom prst="rect">
            <a:avLst/>
          </a:prstGeom>
          <a:noFill/>
          <a:ln>
            <a:noFill/>
          </a:ln>
        </p:spPr>
      </p:pic>
      <p:sp>
        <p:nvSpPr>
          <p:cNvPr id="192" name="Google Shape;192;p24"/>
          <p:cNvSpPr/>
          <p:nvPr/>
        </p:nvSpPr>
        <p:spPr>
          <a:xfrm>
            <a:off x="-124470" y="6396335"/>
            <a:ext cx="405639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93" name="Shape 193"/>
        <p:cNvGrpSpPr/>
        <p:nvPr/>
      </p:nvGrpSpPr>
      <p:grpSpPr>
        <a:xfrm>
          <a:off x="0" y="0"/>
          <a:ext cx="0" cy="0"/>
          <a:chOff x="0" y="0"/>
          <a:chExt cx="0" cy="0"/>
        </a:xfrm>
      </p:grpSpPr>
      <p:sp>
        <p:nvSpPr>
          <p:cNvPr id="194" name="Google Shape;194;p25"/>
          <p:cNvSpPr txBox="1"/>
          <p:nvPr>
            <p:ph type="title"/>
          </p:nvPr>
        </p:nvSpPr>
        <p:spPr>
          <a:xfrm>
            <a:off x="758952" y="1234440"/>
            <a:ext cx="10671048" cy="768096"/>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5" name="Google Shape;195;p25"/>
          <p:cNvSpPr txBox="1"/>
          <p:nvPr>
            <p:ph idx="11" type="ftr"/>
          </p:nvPr>
        </p:nvSpPr>
        <p:spPr>
          <a:xfrm>
            <a:off x="621792" y="457200"/>
            <a:ext cx="320040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6" name="Google Shape;196;p25"/>
          <p:cNvSpPr txBox="1"/>
          <p:nvPr>
            <p:ph idx="12" type="sldNum"/>
          </p:nvPr>
        </p:nvSpPr>
        <p:spPr>
          <a:xfrm>
            <a:off x="10945368" y="457200"/>
            <a:ext cx="987552" cy="27432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197" name="Google Shape;197;p25"/>
          <p:cNvSpPr txBox="1"/>
          <p:nvPr>
            <p:ph idx="1" type="body"/>
          </p:nvPr>
        </p:nvSpPr>
        <p:spPr>
          <a:xfrm>
            <a:off x="713232" y="2743200"/>
            <a:ext cx="3328416" cy="3557016"/>
          </a:xfrm>
          <a:prstGeom prst="rect">
            <a:avLst/>
          </a:prstGeom>
          <a:noFill/>
          <a:ln cap="flat" cmpd="sng" w="12700">
            <a:solidFill>
              <a:schemeClr val="accent3"/>
            </a:solidFill>
            <a:prstDash val="solid"/>
            <a:round/>
            <a:headEnd len="sm" w="sm" type="none"/>
            <a:tailEnd len="sm" w="sm" type="none"/>
          </a:ln>
        </p:spPr>
        <p:txBody>
          <a:bodyPr anchorCtr="0" anchor="t" bIns="45700" lIns="91425" spcFirstLastPara="1" rIns="91425" wrap="square" tIns="6858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98" name="Google Shape;198;p25"/>
          <p:cNvSpPr/>
          <p:nvPr>
            <p:ph idx="2" type="pic"/>
          </p:nvPr>
        </p:nvSpPr>
        <p:spPr>
          <a:xfrm>
            <a:off x="1911096" y="2258568"/>
            <a:ext cx="932688" cy="932688"/>
          </a:xfrm>
          <a:prstGeom prst="ellipse">
            <a:avLst/>
          </a:prstGeom>
          <a:solidFill>
            <a:schemeClr val="accent3"/>
          </a:solidFill>
          <a:ln>
            <a:noFill/>
          </a:ln>
        </p:spPr>
      </p:sp>
      <p:sp>
        <p:nvSpPr>
          <p:cNvPr id="199" name="Google Shape;199;p25"/>
          <p:cNvSpPr txBox="1"/>
          <p:nvPr>
            <p:ph idx="3" type="body"/>
          </p:nvPr>
        </p:nvSpPr>
        <p:spPr>
          <a:xfrm>
            <a:off x="992124" y="3950208"/>
            <a:ext cx="2770632" cy="2206752"/>
          </a:xfrm>
          <a:prstGeom prst="rect">
            <a:avLst/>
          </a:prstGeom>
          <a:noFill/>
          <a:ln>
            <a:noFill/>
          </a:ln>
        </p:spPr>
        <p:txBody>
          <a:bodyPr anchorCtr="0" anchor="t" bIns="45700" lIns="91425" spcFirstLastPara="1" rIns="91425" wrap="square" tIns="45700">
            <a:normAutofit/>
          </a:bodyPr>
          <a:lstStyle>
            <a:lvl1pPr indent="-323850" lvl="0" marL="457200" algn="l">
              <a:lnSpc>
                <a:spcPct val="100000"/>
              </a:lnSpc>
              <a:spcBef>
                <a:spcPts val="360"/>
              </a:spcBef>
              <a:spcAft>
                <a:spcPts val="0"/>
              </a:spcAft>
              <a:buClr>
                <a:schemeClr val="accent6"/>
              </a:buClr>
              <a:buSzPts val="1500"/>
              <a:buFont typeface="Arial"/>
              <a:buChar char="•"/>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 name="Google Shape;200;p25"/>
          <p:cNvSpPr txBox="1"/>
          <p:nvPr>
            <p:ph idx="4" type="body"/>
          </p:nvPr>
        </p:nvSpPr>
        <p:spPr>
          <a:xfrm>
            <a:off x="4443984" y="2743200"/>
            <a:ext cx="3328416" cy="3557016"/>
          </a:xfrm>
          <a:prstGeom prst="rect">
            <a:avLst/>
          </a:prstGeom>
          <a:noFill/>
          <a:ln cap="flat" cmpd="sng" w="12700">
            <a:solidFill>
              <a:schemeClr val="accent1"/>
            </a:solidFill>
            <a:prstDash val="solid"/>
            <a:round/>
            <a:headEnd len="sm" w="sm" type="none"/>
            <a:tailEnd len="sm" w="sm" type="none"/>
          </a:ln>
        </p:spPr>
        <p:txBody>
          <a:bodyPr anchorCtr="0" anchor="t" bIns="45700" lIns="91425" spcFirstLastPara="1" rIns="91425" wrap="square" tIns="6858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01" name="Google Shape;201;p25"/>
          <p:cNvSpPr/>
          <p:nvPr>
            <p:ph idx="5" type="pic"/>
          </p:nvPr>
        </p:nvSpPr>
        <p:spPr>
          <a:xfrm>
            <a:off x="5641848" y="2258568"/>
            <a:ext cx="932688" cy="932688"/>
          </a:xfrm>
          <a:prstGeom prst="ellipse">
            <a:avLst/>
          </a:prstGeom>
          <a:solidFill>
            <a:schemeClr val="accent1"/>
          </a:solidFill>
          <a:ln>
            <a:noFill/>
          </a:ln>
        </p:spPr>
      </p:sp>
      <p:sp>
        <p:nvSpPr>
          <p:cNvPr id="202" name="Google Shape;202;p25"/>
          <p:cNvSpPr txBox="1"/>
          <p:nvPr>
            <p:ph idx="6" type="body"/>
          </p:nvPr>
        </p:nvSpPr>
        <p:spPr>
          <a:xfrm>
            <a:off x="4722876" y="3950208"/>
            <a:ext cx="2770632" cy="2206752"/>
          </a:xfrm>
          <a:prstGeom prst="rect">
            <a:avLst/>
          </a:prstGeom>
          <a:noFill/>
          <a:ln>
            <a:noFill/>
          </a:ln>
        </p:spPr>
        <p:txBody>
          <a:bodyPr anchorCtr="0" anchor="t" bIns="45700" lIns="91425" spcFirstLastPara="1" rIns="91425" wrap="square" tIns="45700">
            <a:normAutofit/>
          </a:bodyPr>
          <a:lstStyle>
            <a:lvl1pPr indent="-323850" lvl="0" marL="457200" algn="l">
              <a:lnSpc>
                <a:spcPct val="100000"/>
              </a:lnSpc>
              <a:spcBef>
                <a:spcPts val="360"/>
              </a:spcBef>
              <a:spcAft>
                <a:spcPts val="0"/>
              </a:spcAft>
              <a:buClr>
                <a:schemeClr val="accent6"/>
              </a:buClr>
              <a:buSzPts val="1500"/>
              <a:buFont typeface="Arial"/>
              <a:buChar char="•"/>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 name="Google Shape;203;p25"/>
          <p:cNvSpPr txBox="1"/>
          <p:nvPr>
            <p:ph idx="7" type="body"/>
          </p:nvPr>
        </p:nvSpPr>
        <p:spPr>
          <a:xfrm>
            <a:off x="8092440" y="2743200"/>
            <a:ext cx="3328416" cy="3557016"/>
          </a:xfrm>
          <a:prstGeom prst="rect">
            <a:avLst/>
          </a:prstGeom>
          <a:noFill/>
          <a:ln cap="flat" cmpd="sng" w="12700">
            <a:solidFill>
              <a:schemeClr val="accent4"/>
            </a:solidFill>
            <a:prstDash val="solid"/>
            <a:round/>
            <a:headEnd len="sm" w="sm" type="none"/>
            <a:tailEnd len="sm" w="sm" type="none"/>
          </a:ln>
        </p:spPr>
        <p:txBody>
          <a:bodyPr anchorCtr="0" anchor="t" bIns="45700" lIns="91425" spcFirstLastPara="1" rIns="91425" wrap="square" tIns="6858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04" name="Google Shape;204;p25"/>
          <p:cNvSpPr/>
          <p:nvPr>
            <p:ph idx="8" type="pic"/>
          </p:nvPr>
        </p:nvSpPr>
        <p:spPr>
          <a:xfrm>
            <a:off x="9290304" y="2258568"/>
            <a:ext cx="932688" cy="932688"/>
          </a:xfrm>
          <a:prstGeom prst="ellipse">
            <a:avLst/>
          </a:prstGeom>
          <a:solidFill>
            <a:schemeClr val="accent4"/>
          </a:solidFill>
          <a:ln>
            <a:noFill/>
          </a:ln>
        </p:spPr>
      </p:sp>
      <p:sp>
        <p:nvSpPr>
          <p:cNvPr id="205" name="Google Shape;205;p25"/>
          <p:cNvSpPr txBox="1"/>
          <p:nvPr>
            <p:ph idx="9" type="body"/>
          </p:nvPr>
        </p:nvSpPr>
        <p:spPr>
          <a:xfrm>
            <a:off x="8371332" y="3950208"/>
            <a:ext cx="2770632" cy="2206752"/>
          </a:xfrm>
          <a:prstGeom prst="rect">
            <a:avLst/>
          </a:prstGeom>
          <a:noFill/>
          <a:ln>
            <a:noFill/>
          </a:ln>
        </p:spPr>
        <p:txBody>
          <a:bodyPr anchorCtr="0" anchor="t" bIns="45700" lIns="91425" spcFirstLastPara="1" rIns="91425" wrap="square" tIns="45700">
            <a:normAutofit/>
          </a:bodyPr>
          <a:lstStyle>
            <a:lvl1pPr indent="-323850" lvl="0" marL="457200" algn="l">
              <a:lnSpc>
                <a:spcPct val="100000"/>
              </a:lnSpc>
              <a:spcBef>
                <a:spcPts val="360"/>
              </a:spcBef>
              <a:spcAft>
                <a:spcPts val="0"/>
              </a:spcAft>
              <a:buClr>
                <a:schemeClr val="accent6"/>
              </a:buClr>
              <a:buSzPts val="1500"/>
              <a:buFont typeface="Arial"/>
              <a:buChar char="•"/>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https://www.cbit.ac.in/wp-content/uploads/2023/05/CBIT-LOGO-24.05.2023.-4.no_-1.png" id="206" name="Google Shape;206;p25"/>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207" name="Google Shape;207;p25"/>
          <p:cNvSpPr/>
          <p:nvPr/>
        </p:nvSpPr>
        <p:spPr>
          <a:xfrm>
            <a:off x="-124470" y="6396335"/>
            <a:ext cx="405639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p:cSld name="Summary">
    <p:spTree>
      <p:nvGrpSpPr>
        <p:cNvPr id="208" name="Shape 208"/>
        <p:cNvGrpSpPr/>
        <p:nvPr/>
      </p:nvGrpSpPr>
      <p:grpSpPr>
        <a:xfrm>
          <a:off x="0" y="0"/>
          <a:ext cx="0" cy="0"/>
          <a:chOff x="0" y="0"/>
          <a:chExt cx="0" cy="0"/>
        </a:xfrm>
      </p:grpSpPr>
      <p:sp>
        <p:nvSpPr>
          <p:cNvPr descr="preencoded.png" id="209" name="Google Shape;209;p26"/>
          <p:cNvSpPr/>
          <p:nvPr/>
        </p:nvSpPr>
        <p:spPr>
          <a:xfrm>
            <a:off x="8758238" y="-14287"/>
            <a:ext cx="3433763" cy="3452812"/>
          </a:xfrm>
          <a:custGeom>
            <a:rect b="b" l="l" r="r" t="t"/>
            <a:pathLst>
              <a:path extrusionOk="0" h="3452812" w="3433763">
                <a:moveTo>
                  <a:pt x="3433763" y="0"/>
                </a:moveTo>
                <a:lnTo>
                  <a:pt x="3433763" y="3452813"/>
                </a:lnTo>
                <a:lnTo>
                  <a:pt x="0" y="3452813"/>
                </a:lnTo>
                <a:cubicBezTo>
                  <a:pt x="0" y="1545912"/>
                  <a:pt x="1537383" y="0"/>
                  <a:pt x="3433763"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descr="preencoded.png" id="210" name="Google Shape;210;p26"/>
          <p:cNvSpPr/>
          <p:nvPr/>
        </p:nvSpPr>
        <p:spPr>
          <a:xfrm>
            <a:off x="8758238" y="3438525"/>
            <a:ext cx="3433763" cy="3433762"/>
          </a:xfrm>
          <a:custGeom>
            <a:rect b="b" l="l" r="r" t="t"/>
            <a:pathLst>
              <a:path extrusionOk="0" h="3433762" w="3433763">
                <a:moveTo>
                  <a:pt x="0" y="0"/>
                </a:moveTo>
                <a:lnTo>
                  <a:pt x="3433763" y="0"/>
                </a:lnTo>
                <a:lnTo>
                  <a:pt x="3433763" y="3433763"/>
                </a:lnTo>
                <a:cubicBezTo>
                  <a:pt x="1537383" y="3433763"/>
                  <a:pt x="0" y="1896380"/>
                  <a:pt x="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descr="preencoded.png" id="211" name="Google Shape;211;p26"/>
          <p:cNvSpPr/>
          <p:nvPr/>
        </p:nvSpPr>
        <p:spPr>
          <a:xfrm flipH="1" rot="10800000">
            <a:off x="9991725" y="1247775"/>
            <a:ext cx="2200275" cy="2181225"/>
          </a:xfrm>
          <a:custGeom>
            <a:rect b="b" l="l" r="r" t="t"/>
            <a:pathLst>
              <a:path extrusionOk="0" h="2181225" w="2200275">
                <a:moveTo>
                  <a:pt x="0" y="0"/>
                </a:moveTo>
                <a:cubicBezTo>
                  <a:pt x="0" y="1204689"/>
                  <a:pt x="985061" y="2181225"/>
                  <a:pt x="2200275" y="2181225"/>
                </a:cubicBezTo>
                <a:lnTo>
                  <a:pt x="2200275" y="0"/>
                </a:lnTo>
                <a:lnTo>
                  <a:pt x="0" y="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descr="preencoded.png" id="212" name="Google Shape;212;p26"/>
          <p:cNvSpPr/>
          <p:nvPr/>
        </p:nvSpPr>
        <p:spPr>
          <a:xfrm flipH="1" rot="10800000">
            <a:off x="-20086" y="4580051"/>
            <a:ext cx="2277948" cy="2277948"/>
          </a:xfrm>
          <a:custGeom>
            <a:rect b="b" l="l" r="r" t="t"/>
            <a:pathLst>
              <a:path extrusionOk="0" h="2277948" w="2277948">
                <a:moveTo>
                  <a:pt x="0" y="2277948"/>
                </a:moveTo>
                <a:cubicBezTo>
                  <a:pt x="1258034" y="2277948"/>
                  <a:pt x="2277948" y="1258034"/>
                  <a:pt x="2277948" y="0"/>
                </a:cubicBezTo>
                <a:lnTo>
                  <a:pt x="0" y="0"/>
                </a:lnTo>
                <a:lnTo>
                  <a:pt x="0" y="2277948"/>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pic>
        <p:nvPicPr>
          <p:cNvPr descr="preencoded.png" id="213" name="Google Shape;213;p26"/>
          <p:cNvPicPr preferRelativeResize="0"/>
          <p:nvPr/>
        </p:nvPicPr>
        <p:blipFill rotWithShape="1">
          <a:blip r:embed="rId2">
            <a:alphaModFix/>
          </a:blip>
          <a:srcRect b="0" l="0" r="0" t="0"/>
          <a:stretch/>
        </p:blipFill>
        <p:spPr>
          <a:xfrm>
            <a:off x="9991886" y="3441269"/>
            <a:ext cx="2200114" cy="2200114"/>
          </a:xfrm>
          <a:prstGeom prst="rect">
            <a:avLst/>
          </a:prstGeom>
          <a:noFill/>
          <a:ln>
            <a:noFill/>
          </a:ln>
        </p:spPr>
      </p:pic>
      <p:sp>
        <p:nvSpPr>
          <p:cNvPr descr="preencoded.png" id="214" name="Google Shape;214;p26"/>
          <p:cNvSpPr/>
          <p:nvPr/>
        </p:nvSpPr>
        <p:spPr>
          <a:xfrm>
            <a:off x="1707959" y="5667616"/>
            <a:ext cx="775021" cy="775021"/>
          </a:xfrm>
          <a:custGeom>
            <a:rect b="b" l="l" r="r" t="t"/>
            <a:pathLst>
              <a:path extrusionOk="0" h="775021" w="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215" name="Google Shape;215;p26"/>
          <p:cNvSpPr txBox="1"/>
          <p:nvPr>
            <p:ph type="title"/>
          </p:nvPr>
        </p:nvSpPr>
        <p:spPr>
          <a:xfrm>
            <a:off x="1508760" y="1883664"/>
            <a:ext cx="6766560" cy="768096"/>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accent6"/>
              </a:buClr>
              <a:buSzPts val="4400"/>
              <a:buFont typeface="Arial Black"/>
              <a:buNone/>
              <a:defRPr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6" name="Google Shape;216;p26"/>
          <p:cNvSpPr txBox="1"/>
          <p:nvPr>
            <p:ph idx="1" type="body"/>
          </p:nvPr>
        </p:nvSpPr>
        <p:spPr>
          <a:xfrm>
            <a:off x="1508760" y="2837688"/>
            <a:ext cx="5879592" cy="270052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Clr>
                <a:schemeClr val="accent6"/>
              </a:buClr>
              <a:buSzPts val="1500"/>
              <a:buNone/>
              <a:defRPr sz="1500"/>
            </a:lvl1pPr>
            <a:lvl2pPr indent="-323850" lvl="1" marL="914400" algn="l">
              <a:lnSpc>
                <a:spcPct val="100000"/>
              </a:lnSpc>
              <a:spcBef>
                <a:spcPts val="360"/>
              </a:spcBef>
              <a:spcAft>
                <a:spcPts val="0"/>
              </a:spcAft>
              <a:buClr>
                <a:schemeClr val="accent6"/>
              </a:buClr>
              <a:buSzPts val="1500"/>
              <a:buChar char="•"/>
              <a:defRPr sz="1500"/>
            </a:lvl2pPr>
            <a:lvl3pPr indent="-323850" lvl="2" marL="1371600" algn="l">
              <a:lnSpc>
                <a:spcPct val="100000"/>
              </a:lnSpc>
              <a:spcBef>
                <a:spcPts val="360"/>
              </a:spcBef>
              <a:spcAft>
                <a:spcPts val="0"/>
              </a:spcAft>
              <a:buClr>
                <a:schemeClr val="accent6"/>
              </a:buClr>
              <a:buSzPts val="1500"/>
              <a:buChar char="•"/>
              <a:defRPr sz="1500"/>
            </a:lvl3pPr>
            <a:lvl4pPr indent="-323850" lvl="3" marL="1828800" algn="l">
              <a:lnSpc>
                <a:spcPct val="100000"/>
              </a:lnSpc>
              <a:spcBef>
                <a:spcPts val="360"/>
              </a:spcBef>
              <a:spcAft>
                <a:spcPts val="0"/>
              </a:spcAft>
              <a:buClr>
                <a:schemeClr val="accent6"/>
              </a:buClr>
              <a:buSzPts val="1500"/>
              <a:buChar char="•"/>
              <a:defRPr sz="1500"/>
            </a:lvl4pPr>
            <a:lvl5pPr indent="-323850" lvl="4" marL="2286000" algn="l">
              <a:lnSpc>
                <a:spcPct val="100000"/>
              </a:lnSpc>
              <a:spcBef>
                <a:spcPts val="360"/>
              </a:spcBef>
              <a:spcAft>
                <a:spcPts val="0"/>
              </a:spcAft>
              <a:buClr>
                <a:schemeClr val="accent6"/>
              </a:buClr>
              <a:buSzPts val="1500"/>
              <a:buChar char="•"/>
              <a:defRPr sz="15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7" name="Google Shape;217;p26"/>
          <p:cNvSpPr txBox="1"/>
          <p:nvPr>
            <p:ph idx="12" type="sldNum"/>
          </p:nvPr>
        </p:nvSpPr>
        <p:spPr>
          <a:xfrm>
            <a:off x="10945368" y="457200"/>
            <a:ext cx="987552" cy="27432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218" name="Google Shape;218;p26"/>
          <p:cNvSpPr txBox="1"/>
          <p:nvPr>
            <p:ph idx="11" type="ftr"/>
          </p:nvPr>
        </p:nvSpPr>
        <p:spPr>
          <a:xfrm>
            <a:off x="621792" y="457200"/>
            <a:ext cx="320040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https://www.cbit.ac.in/wp-content/uploads/2023/05/CBIT-LOGO-24.05.2023.-4.no_-1.png" id="219" name="Google Shape;219;p26"/>
          <p:cNvPicPr preferRelativeResize="0"/>
          <p:nvPr/>
        </p:nvPicPr>
        <p:blipFill rotWithShape="1">
          <a:blip r:embed="rId3">
            <a:alphaModFix/>
          </a:blip>
          <a:srcRect b="0" l="0" r="0" t="0"/>
          <a:stretch/>
        </p:blipFill>
        <p:spPr>
          <a:xfrm>
            <a:off x="7642518" y="-9144"/>
            <a:ext cx="4324985" cy="1015984"/>
          </a:xfrm>
          <a:prstGeom prst="rect">
            <a:avLst/>
          </a:prstGeom>
          <a:noFill/>
          <a:ln>
            <a:noFill/>
          </a:ln>
        </p:spPr>
      </p:pic>
      <p:sp>
        <p:nvSpPr>
          <p:cNvPr id="220" name="Google Shape;220;p26"/>
          <p:cNvSpPr/>
          <p:nvPr/>
        </p:nvSpPr>
        <p:spPr>
          <a:xfrm>
            <a:off x="-124470" y="6396335"/>
            <a:ext cx="405639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21" name="Shape 221"/>
        <p:cNvGrpSpPr/>
        <p:nvPr/>
      </p:nvGrpSpPr>
      <p:grpSpPr>
        <a:xfrm>
          <a:off x="0" y="0"/>
          <a:ext cx="0" cy="0"/>
          <a:chOff x="0" y="0"/>
          <a:chExt cx="0" cy="0"/>
        </a:xfrm>
      </p:grpSpPr>
      <p:sp>
        <p:nvSpPr>
          <p:cNvPr descr="preencoded.png" id="222" name="Google Shape;222;p27"/>
          <p:cNvSpPr/>
          <p:nvPr/>
        </p:nvSpPr>
        <p:spPr>
          <a:xfrm>
            <a:off x="-5568" y="-2784"/>
            <a:ext cx="3443288" cy="6891337"/>
          </a:xfrm>
          <a:custGeom>
            <a:rect b="b" l="l" r="r" t="t"/>
            <a:pathLst>
              <a:path extrusionOk="0" h="6891337" w="3443288">
                <a:moveTo>
                  <a:pt x="3443288" y="0"/>
                </a:moveTo>
                <a:lnTo>
                  <a:pt x="0" y="0"/>
                </a:lnTo>
                <a:lnTo>
                  <a:pt x="0" y="6891338"/>
                </a:lnTo>
                <a:lnTo>
                  <a:pt x="3443288" y="6891338"/>
                </a:lnTo>
                <a:lnTo>
                  <a:pt x="3443288"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pic>
        <p:nvPicPr>
          <p:cNvPr descr="preencoded.png" id="223" name="Google Shape;223;p27"/>
          <p:cNvPicPr preferRelativeResize="0"/>
          <p:nvPr/>
        </p:nvPicPr>
        <p:blipFill rotWithShape="1">
          <a:blip r:embed="rId2">
            <a:alphaModFix/>
          </a:blip>
          <a:srcRect b="0" l="0" r="0" t="0"/>
          <a:stretch/>
        </p:blipFill>
        <p:spPr>
          <a:xfrm>
            <a:off x="1703311" y="-2784"/>
            <a:ext cx="1734410" cy="5167313"/>
          </a:xfrm>
          <a:prstGeom prst="rect">
            <a:avLst/>
          </a:prstGeom>
          <a:noFill/>
          <a:ln>
            <a:noFill/>
          </a:ln>
        </p:spPr>
      </p:pic>
      <p:sp>
        <p:nvSpPr>
          <p:cNvPr id="224" name="Google Shape;224;p27"/>
          <p:cNvSpPr/>
          <p:nvPr/>
        </p:nvSpPr>
        <p:spPr>
          <a:xfrm>
            <a:off x="1721621" y="-2784"/>
            <a:ext cx="1716115" cy="1720853"/>
          </a:xfrm>
          <a:custGeom>
            <a:rect b="b" l="l" r="r" t="t"/>
            <a:pathLst>
              <a:path extrusionOk="0" h="1720853" w="1716115">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lt1">
              <a:alpha val="98039"/>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descr="preencoded.png" id="225" name="Google Shape;225;p27"/>
          <p:cNvSpPr/>
          <p:nvPr/>
        </p:nvSpPr>
        <p:spPr>
          <a:xfrm>
            <a:off x="-5568" y="3440504"/>
            <a:ext cx="3443288" cy="3448050"/>
          </a:xfrm>
          <a:custGeom>
            <a:rect b="b" l="l" r="r" t="t"/>
            <a:pathLst>
              <a:path extrusionOk="0" h="3448050" w="3443288">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pic>
        <p:nvPicPr>
          <p:cNvPr descr="preencoded.png" id="226" name="Google Shape;226;p27"/>
          <p:cNvPicPr preferRelativeResize="0"/>
          <p:nvPr/>
        </p:nvPicPr>
        <p:blipFill rotWithShape="1">
          <a:blip r:embed="rId3">
            <a:alphaModFix/>
          </a:blip>
          <a:srcRect b="0" l="0" r="0" t="0"/>
          <a:stretch/>
        </p:blipFill>
        <p:spPr>
          <a:xfrm>
            <a:off x="1718457" y="3440504"/>
            <a:ext cx="1719263" cy="1724025"/>
          </a:xfrm>
          <a:prstGeom prst="rect">
            <a:avLst/>
          </a:prstGeom>
          <a:noFill/>
          <a:ln>
            <a:noFill/>
          </a:ln>
        </p:spPr>
      </p:pic>
      <p:sp>
        <p:nvSpPr>
          <p:cNvPr id="227" name="Google Shape;227;p27"/>
          <p:cNvSpPr txBox="1"/>
          <p:nvPr>
            <p:ph idx="11" type="ftr"/>
          </p:nvPr>
        </p:nvSpPr>
        <p:spPr>
          <a:xfrm>
            <a:off x="621792" y="457200"/>
            <a:ext cx="320040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8" name="Google Shape;228;p27"/>
          <p:cNvSpPr txBox="1"/>
          <p:nvPr>
            <p:ph idx="12" type="sldNum"/>
          </p:nvPr>
        </p:nvSpPr>
        <p:spPr>
          <a:xfrm>
            <a:off x="10945368" y="457200"/>
            <a:ext cx="987552" cy="27432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229" name="Google Shape;229;p27"/>
          <p:cNvSpPr txBox="1"/>
          <p:nvPr>
            <p:ph type="title"/>
          </p:nvPr>
        </p:nvSpPr>
        <p:spPr>
          <a:xfrm>
            <a:off x="3986784" y="1243584"/>
            <a:ext cx="8165592" cy="768096"/>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0" name="Google Shape;230;p27"/>
          <p:cNvSpPr txBox="1"/>
          <p:nvPr>
            <p:ph idx="1" type="body"/>
          </p:nvPr>
        </p:nvSpPr>
        <p:spPr>
          <a:xfrm>
            <a:off x="3685032" y="2255520"/>
            <a:ext cx="3741928" cy="4306380"/>
          </a:xfrm>
          <a:prstGeom prst="rect">
            <a:avLst/>
          </a:prstGeom>
          <a:noFill/>
          <a:ln>
            <a:noFill/>
          </a:ln>
        </p:spPr>
        <p:txBody>
          <a:bodyPr anchorCtr="0" anchor="t" bIns="45700" lIns="45700" spcFirstLastPara="1" rIns="45700" wrap="square" tIns="45700">
            <a:normAutofit/>
          </a:bodyPr>
          <a:lstStyle>
            <a:lvl1pPr indent="-323850" lvl="0" marL="457200" algn="l">
              <a:lnSpc>
                <a:spcPct val="100000"/>
              </a:lnSpc>
              <a:spcBef>
                <a:spcPts val="360"/>
              </a:spcBef>
              <a:spcAft>
                <a:spcPts val="0"/>
              </a:spcAft>
              <a:buClr>
                <a:schemeClr val="accent6"/>
              </a:buClr>
              <a:buSzPts val="1500"/>
              <a:buChar char="•"/>
              <a:defRPr sz="1500"/>
            </a:lvl1pPr>
            <a:lvl2pPr indent="-311150" lvl="1" marL="914400" algn="l">
              <a:lnSpc>
                <a:spcPct val="100000"/>
              </a:lnSpc>
              <a:spcBef>
                <a:spcPts val="360"/>
              </a:spcBef>
              <a:spcAft>
                <a:spcPts val="0"/>
              </a:spcAft>
              <a:buClr>
                <a:schemeClr val="accent6"/>
              </a:buClr>
              <a:buSzPts val="1300"/>
              <a:buChar char="•"/>
              <a:defRPr sz="1300"/>
            </a:lvl2pPr>
            <a:lvl3pPr indent="-304800" lvl="2" marL="1371600" algn="l">
              <a:lnSpc>
                <a:spcPct val="100000"/>
              </a:lnSpc>
              <a:spcBef>
                <a:spcPts val="360"/>
              </a:spcBef>
              <a:spcAft>
                <a:spcPts val="0"/>
              </a:spcAft>
              <a:buClr>
                <a:schemeClr val="accent6"/>
              </a:buClr>
              <a:buSzPts val="1200"/>
              <a:buChar char="•"/>
              <a:defRPr sz="1200"/>
            </a:lvl3pPr>
            <a:lvl4pPr indent="-304800" lvl="3" marL="1828800" algn="l">
              <a:lnSpc>
                <a:spcPct val="100000"/>
              </a:lnSpc>
              <a:spcBef>
                <a:spcPts val="360"/>
              </a:spcBef>
              <a:spcAft>
                <a:spcPts val="0"/>
              </a:spcAft>
              <a:buClr>
                <a:schemeClr val="accent6"/>
              </a:buClr>
              <a:buSzPts val="1200"/>
              <a:buChar char="•"/>
              <a:defRPr sz="1200"/>
            </a:lvl4pPr>
            <a:lvl5pPr indent="-304800" lvl="4" marL="2286000" algn="l">
              <a:lnSpc>
                <a:spcPct val="100000"/>
              </a:lnSpc>
              <a:spcBef>
                <a:spcPts val="360"/>
              </a:spcBef>
              <a:spcAft>
                <a:spcPts val="0"/>
              </a:spcAft>
              <a:buClr>
                <a:schemeClr val="accent6"/>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1" name="Google Shape;231;p27"/>
          <p:cNvSpPr txBox="1"/>
          <p:nvPr>
            <p:ph idx="2" type="body"/>
          </p:nvPr>
        </p:nvSpPr>
        <p:spPr>
          <a:xfrm>
            <a:off x="7754112" y="2255520"/>
            <a:ext cx="3741928" cy="4306380"/>
          </a:xfrm>
          <a:prstGeom prst="rect">
            <a:avLst/>
          </a:prstGeom>
          <a:noFill/>
          <a:ln>
            <a:noFill/>
          </a:ln>
        </p:spPr>
        <p:txBody>
          <a:bodyPr anchorCtr="0" anchor="t" bIns="45700" lIns="45700" spcFirstLastPara="1" rIns="45700" wrap="square" tIns="45700">
            <a:normAutofit/>
          </a:bodyPr>
          <a:lstStyle>
            <a:lvl1pPr indent="-323850" lvl="0" marL="457200" algn="l">
              <a:lnSpc>
                <a:spcPct val="100000"/>
              </a:lnSpc>
              <a:spcBef>
                <a:spcPts val="360"/>
              </a:spcBef>
              <a:spcAft>
                <a:spcPts val="0"/>
              </a:spcAft>
              <a:buClr>
                <a:schemeClr val="accent6"/>
              </a:buClr>
              <a:buSzPts val="1500"/>
              <a:buChar char="•"/>
              <a:defRPr sz="1500"/>
            </a:lvl1pPr>
            <a:lvl2pPr indent="-311150" lvl="1" marL="914400" algn="l">
              <a:lnSpc>
                <a:spcPct val="100000"/>
              </a:lnSpc>
              <a:spcBef>
                <a:spcPts val="360"/>
              </a:spcBef>
              <a:spcAft>
                <a:spcPts val="0"/>
              </a:spcAft>
              <a:buClr>
                <a:schemeClr val="accent6"/>
              </a:buClr>
              <a:buSzPts val="1300"/>
              <a:buChar char="•"/>
              <a:defRPr sz="1300"/>
            </a:lvl2pPr>
            <a:lvl3pPr indent="-304800" lvl="2" marL="1371600" algn="l">
              <a:lnSpc>
                <a:spcPct val="100000"/>
              </a:lnSpc>
              <a:spcBef>
                <a:spcPts val="360"/>
              </a:spcBef>
              <a:spcAft>
                <a:spcPts val="0"/>
              </a:spcAft>
              <a:buClr>
                <a:schemeClr val="accent6"/>
              </a:buClr>
              <a:buSzPts val="1200"/>
              <a:buChar char="•"/>
              <a:defRPr sz="1200"/>
            </a:lvl3pPr>
            <a:lvl4pPr indent="-304800" lvl="3" marL="1828800" algn="l">
              <a:lnSpc>
                <a:spcPct val="100000"/>
              </a:lnSpc>
              <a:spcBef>
                <a:spcPts val="360"/>
              </a:spcBef>
              <a:spcAft>
                <a:spcPts val="0"/>
              </a:spcAft>
              <a:buClr>
                <a:schemeClr val="accent6"/>
              </a:buClr>
              <a:buSzPts val="1200"/>
              <a:buChar char="•"/>
              <a:defRPr sz="1200"/>
            </a:lvl4pPr>
            <a:lvl5pPr indent="-304800" lvl="4" marL="2286000" algn="l">
              <a:lnSpc>
                <a:spcPct val="100000"/>
              </a:lnSpc>
              <a:spcBef>
                <a:spcPts val="360"/>
              </a:spcBef>
              <a:spcAft>
                <a:spcPts val="0"/>
              </a:spcAft>
              <a:buClr>
                <a:schemeClr val="accent6"/>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https://www.cbit.ac.in/wp-content/uploads/2023/05/CBIT-LOGO-24.05.2023.-4.no_-1.png" id="232" name="Google Shape;232;p27"/>
          <p:cNvPicPr preferRelativeResize="0"/>
          <p:nvPr/>
        </p:nvPicPr>
        <p:blipFill rotWithShape="1">
          <a:blip r:embed="rId4">
            <a:alphaModFix/>
          </a:blip>
          <a:srcRect b="0" l="0" r="0" t="0"/>
          <a:stretch/>
        </p:blipFill>
        <p:spPr>
          <a:xfrm>
            <a:off x="7642518" y="-9144"/>
            <a:ext cx="4324985" cy="1015984"/>
          </a:xfrm>
          <a:prstGeom prst="rect">
            <a:avLst/>
          </a:prstGeom>
          <a:noFill/>
          <a:ln>
            <a:noFill/>
          </a:ln>
        </p:spPr>
      </p:pic>
      <p:sp>
        <p:nvSpPr>
          <p:cNvPr id="233" name="Google Shape;233;p27"/>
          <p:cNvSpPr/>
          <p:nvPr/>
        </p:nvSpPr>
        <p:spPr>
          <a:xfrm>
            <a:off x="-124470" y="6396335"/>
            <a:ext cx="405639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4" name="Shape 234"/>
        <p:cNvGrpSpPr/>
        <p:nvPr/>
      </p:nvGrpSpPr>
      <p:grpSpPr>
        <a:xfrm>
          <a:off x="0" y="0"/>
          <a:ext cx="0" cy="0"/>
          <a:chOff x="0" y="0"/>
          <a:chExt cx="0" cy="0"/>
        </a:xfrm>
      </p:grpSpPr>
      <p:sp>
        <p:nvSpPr>
          <p:cNvPr id="235" name="Google Shape;235;p28"/>
          <p:cNvSpPr/>
          <p:nvPr/>
        </p:nvSpPr>
        <p:spPr>
          <a:xfrm>
            <a:off x="1" y="0"/>
            <a:ext cx="2242827" cy="2102966"/>
          </a:xfrm>
          <a:custGeom>
            <a:rect b="b" l="l" r="r" t="t"/>
            <a:pathLst>
              <a:path extrusionOk="0" h="2102966" w="2242827">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236" name="Google Shape;236;p28"/>
          <p:cNvSpPr/>
          <p:nvPr/>
        </p:nvSpPr>
        <p:spPr>
          <a:xfrm rot="10800000">
            <a:off x="9949173" y="4755034"/>
            <a:ext cx="2242827" cy="2102966"/>
          </a:xfrm>
          <a:custGeom>
            <a:rect b="b" l="l" r="r" t="t"/>
            <a:pathLst>
              <a:path extrusionOk="0" h="2102966" w="2242827">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237" name="Google Shape;237;p28"/>
          <p:cNvSpPr txBox="1"/>
          <p:nvPr>
            <p:ph type="title"/>
          </p:nvPr>
        </p:nvSpPr>
        <p:spPr>
          <a:xfrm>
            <a:off x="758952" y="1216152"/>
            <a:ext cx="10671048" cy="768096"/>
          </a:xfrm>
          <a:prstGeom prst="rect">
            <a:avLst/>
          </a:prstGeom>
          <a:noFill/>
          <a:ln>
            <a:noFill/>
          </a:ln>
        </p:spPr>
        <p:txBody>
          <a:bodyPr anchorCtr="0" anchor="b" bIns="45700" lIns="91425" spcFirstLastPara="1" rIns="91425" wrap="square" tIns="45700">
            <a:noAutofit/>
          </a:bodyPr>
          <a:lstStyle>
            <a:lvl1pPr lvl="0" algn="ctr">
              <a:lnSpc>
                <a:spcPct val="270833"/>
              </a:lnSpc>
              <a:spcBef>
                <a:spcPts val="0"/>
              </a:spcBef>
              <a:spcAft>
                <a:spcPts val="0"/>
              </a:spcAft>
              <a:buClr>
                <a:schemeClr val="accent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8" name="Google Shape;238;p28"/>
          <p:cNvSpPr txBox="1"/>
          <p:nvPr>
            <p:ph idx="11" type="ftr"/>
          </p:nvPr>
        </p:nvSpPr>
        <p:spPr>
          <a:xfrm>
            <a:off x="621792" y="457200"/>
            <a:ext cx="320040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9" name="Google Shape;239;p28"/>
          <p:cNvSpPr txBox="1"/>
          <p:nvPr>
            <p:ph idx="12" type="sldNum"/>
          </p:nvPr>
        </p:nvSpPr>
        <p:spPr>
          <a:xfrm>
            <a:off x="10945368" y="457200"/>
            <a:ext cx="987552" cy="27432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pic>
        <p:nvPicPr>
          <p:cNvPr descr="https://www.cbit.ac.in/wp-content/uploads/2023/05/CBIT-LOGO-24.05.2023.-4.no_-1.png" id="240" name="Google Shape;240;p28"/>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241" name="Google Shape;241;p28"/>
          <p:cNvSpPr/>
          <p:nvPr/>
        </p:nvSpPr>
        <p:spPr>
          <a:xfrm>
            <a:off x="-124470" y="6396335"/>
            <a:ext cx="405639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2" name="Shape 242"/>
        <p:cNvGrpSpPr/>
        <p:nvPr/>
      </p:nvGrpSpPr>
      <p:grpSpPr>
        <a:xfrm>
          <a:off x="0" y="0"/>
          <a:ext cx="0" cy="0"/>
          <a:chOff x="0" y="0"/>
          <a:chExt cx="0" cy="0"/>
        </a:xfrm>
      </p:grpSpPr>
      <p:sp>
        <p:nvSpPr>
          <p:cNvPr id="243" name="Google Shape;243;p29"/>
          <p:cNvSpPr/>
          <p:nvPr/>
        </p:nvSpPr>
        <p:spPr>
          <a:xfrm>
            <a:off x="1" y="0"/>
            <a:ext cx="2242827" cy="2102966"/>
          </a:xfrm>
          <a:custGeom>
            <a:rect b="b" l="l" r="r" t="t"/>
            <a:pathLst>
              <a:path extrusionOk="0" h="2102966" w="2242827">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244" name="Google Shape;244;p29"/>
          <p:cNvSpPr/>
          <p:nvPr/>
        </p:nvSpPr>
        <p:spPr>
          <a:xfrm rot="10800000">
            <a:off x="9949173" y="4755034"/>
            <a:ext cx="2242827" cy="2102966"/>
          </a:xfrm>
          <a:custGeom>
            <a:rect b="b" l="l" r="r" t="t"/>
            <a:pathLst>
              <a:path extrusionOk="0" h="2102966" w="2242827">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245" name="Google Shape;245;p29"/>
          <p:cNvSpPr txBox="1"/>
          <p:nvPr>
            <p:ph idx="11" type="ftr"/>
          </p:nvPr>
        </p:nvSpPr>
        <p:spPr>
          <a:xfrm>
            <a:off x="621792" y="457200"/>
            <a:ext cx="320040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6" name="Google Shape;246;p29"/>
          <p:cNvSpPr txBox="1"/>
          <p:nvPr>
            <p:ph idx="12" type="sldNum"/>
          </p:nvPr>
        </p:nvSpPr>
        <p:spPr>
          <a:xfrm>
            <a:off x="10945368" y="457200"/>
            <a:ext cx="987552" cy="27432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pic>
        <p:nvPicPr>
          <p:cNvPr descr="https://www.cbit.ac.in/wp-content/uploads/2023/05/CBIT-LOGO-24.05.2023.-4.no_-1.png" id="247" name="Google Shape;247;p29"/>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248" name="Google Shape;248;p29"/>
          <p:cNvSpPr/>
          <p:nvPr/>
        </p:nvSpPr>
        <p:spPr>
          <a:xfrm>
            <a:off x="-124470" y="6396335"/>
            <a:ext cx="405639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49" name="Shape 249"/>
        <p:cNvGrpSpPr/>
        <p:nvPr/>
      </p:nvGrpSpPr>
      <p:grpSpPr>
        <a:xfrm>
          <a:off x="0" y="0"/>
          <a:ext cx="0" cy="0"/>
          <a:chOff x="0" y="0"/>
          <a:chExt cx="0" cy="0"/>
        </a:xfrm>
      </p:grpSpPr>
      <p:sp>
        <p:nvSpPr>
          <p:cNvPr id="250" name="Google Shape;250;p30"/>
          <p:cNvSpPr/>
          <p:nvPr/>
        </p:nvSpPr>
        <p:spPr>
          <a:xfrm rot="10800000">
            <a:off x="9949173" y="4755034"/>
            <a:ext cx="2242827" cy="2102966"/>
          </a:xfrm>
          <a:custGeom>
            <a:rect b="b" l="l" r="r" t="t"/>
            <a:pathLst>
              <a:path extrusionOk="0" h="2102966" w="2242827">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251" name="Google Shape;251;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ctr">
              <a:lnSpc>
                <a:spcPct val="152343"/>
              </a:lnSpc>
              <a:spcBef>
                <a:spcPts val="0"/>
              </a:spcBef>
              <a:spcAft>
                <a:spcPts val="0"/>
              </a:spcAft>
              <a:buClr>
                <a:schemeClr val="accent6"/>
              </a:buClr>
              <a:buSzPts val="3200"/>
              <a:buFont typeface="Arial Black"/>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2" name="Google Shape;252;p3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360"/>
              </a:spcBef>
              <a:spcAft>
                <a:spcPts val="0"/>
              </a:spcAft>
              <a:buClr>
                <a:schemeClr val="accent6"/>
              </a:buClr>
              <a:buSzPts val="3200"/>
              <a:buChar char="•"/>
              <a:defRPr sz="3200"/>
            </a:lvl1pPr>
            <a:lvl2pPr indent="-406400" lvl="1" marL="914400" algn="l">
              <a:lnSpc>
                <a:spcPct val="100000"/>
              </a:lnSpc>
              <a:spcBef>
                <a:spcPts val="360"/>
              </a:spcBef>
              <a:spcAft>
                <a:spcPts val="0"/>
              </a:spcAft>
              <a:buClr>
                <a:schemeClr val="accent6"/>
              </a:buClr>
              <a:buSzPts val="2800"/>
              <a:buChar char="•"/>
              <a:defRPr sz="2800"/>
            </a:lvl2pPr>
            <a:lvl3pPr indent="-381000" lvl="2" marL="1371600" algn="l">
              <a:lnSpc>
                <a:spcPct val="100000"/>
              </a:lnSpc>
              <a:spcBef>
                <a:spcPts val="360"/>
              </a:spcBef>
              <a:spcAft>
                <a:spcPts val="0"/>
              </a:spcAft>
              <a:buClr>
                <a:schemeClr val="accent6"/>
              </a:buClr>
              <a:buSzPts val="2400"/>
              <a:buChar char="•"/>
              <a:defRPr sz="2400"/>
            </a:lvl3pPr>
            <a:lvl4pPr indent="-355600" lvl="3" marL="1828800" algn="l">
              <a:lnSpc>
                <a:spcPct val="100000"/>
              </a:lnSpc>
              <a:spcBef>
                <a:spcPts val="360"/>
              </a:spcBef>
              <a:spcAft>
                <a:spcPts val="0"/>
              </a:spcAft>
              <a:buClr>
                <a:schemeClr val="accent6"/>
              </a:buClr>
              <a:buSzPts val="2000"/>
              <a:buChar char="•"/>
              <a:defRPr sz="2000"/>
            </a:lvl4pPr>
            <a:lvl5pPr indent="-355600" lvl="4" marL="2286000" algn="l">
              <a:lnSpc>
                <a:spcPct val="100000"/>
              </a:lnSpc>
              <a:spcBef>
                <a:spcPts val="360"/>
              </a:spcBef>
              <a:spcAft>
                <a:spcPts val="0"/>
              </a:spcAft>
              <a:buClr>
                <a:schemeClr val="accent6"/>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53" name="Google Shape;253;p3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Clr>
                <a:schemeClr val="accent6"/>
              </a:buClr>
              <a:buSzPts val="1600"/>
              <a:buNone/>
              <a:defRPr sz="1600"/>
            </a:lvl1pPr>
            <a:lvl2pPr indent="-228600" lvl="1" marL="914400" algn="l">
              <a:lnSpc>
                <a:spcPct val="100000"/>
              </a:lnSpc>
              <a:spcBef>
                <a:spcPts val="360"/>
              </a:spcBef>
              <a:spcAft>
                <a:spcPts val="0"/>
              </a:spcAft>
              <a:buClr>
                <a:schemeClr val="accent6"/>
              </a:buClr>
              <a:buSzPts val="1400"/>
              <a:buNone/>
              <a:defRPr sz="1400"/>
            </a:lvl2pPr>
            <a:lvl3pPr indent="-228600" lvl="2" marL="1371600" algn="l">
              <a:lnSpc>
                <a:spcPct val="100000"/>
              </a:lnSpc>
              <a:spcBef>
                <a:spcPts val="360"/>
              </a:spcBef>
              <a:spcAft>
                <a:spcPts val="0"/>
              </a:spcAft>
              <a:buClr>
                <a:schemeClr val="accent6"/>
              </a:buClr>
              <a:buSzPts val="1200"/>
              <a:buNone/>
              <a:defRPr sz="1200"/>
            </a:lvl3pPr>
            <a:lvl4pPr indent="-228600" lvl="3" marL="1828800" algn="l">
              <a:lnSpc>
                <a:spcPct val="100000"/>
              </a:lnSpc>
              <a:spcBef>
                <a:spcPts val="360"/>
              </a:spcBef>
              <a:spcAft>
                <a:spcPts val="0"/>
              </a:spcAft>
              <a:buClr>
                <a:schemeClr val="accent6"/>
              </a:buClr>
              <a:buSzPts val="1000"/>
              <a:buNone/>
              <a:defRPr sz="1000"/>
            </a:lvl4pPr>
            <a:lvl5pPr indent="-228600" lvl="4" marL="2286000" algn="l">
              <a:lnSpc>
                <a:spcPct val="100000"/>
              </a:lnSpc>
              <a:spcBef>
                <a:spcPts val="360"/>
              </a:spcBef>
              <a:spcAft>
                <a:spcPts val="0"/>
              </a:spcAft>
              <a:buClr>
                <a:schemeClr val="accent6"/>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54" name="Google Shape;254;p30"/>
          <p:cNvSpPr txBox="1"/>
          <p:nvPr>
            <p:ph idx="11" type="ftr"/>
          </p:nvPr>
        </p:nvSpPr>
        <p:spPr>
          <a:xfrm>
            <a:off x="621792" y="457200"/>
            <a:ext cx="320040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5" name="Google Shape;255;p30"/>
          <p:cNvSpPr txBox="1"/>
          <p:nvPr>
            <p:ph idx="12" type="sldNum"/>
          </p:nvPr>
        </p:nvSpPr>
        <p:spPr>
          <a:xfrm>
            <a:off x="10945368" y="457200"/>
            <a:ext cx="987552" cy="27432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pic>
        <p:nvPicPr>
          <p:cNvPr descr="https://www.cbit.ac.in/wp-content/uploads/2023/05/CBIT-LOGO-24.05.2023.-4.no_-1.png" id="256" name="Google Shape;256;p30"/>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257" name="Google Shape;257;p30"/>
          <p:cNvSpPr/>
          <p:nvPr/>
        </p:nvSpPr>
        <p:spPr>
          <a:xfrm>
            <a:off x="-124470" y="6396335"/>
            <a:ext cx="405639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58" name="Shape 258"/>
        <p:cNvGrpSpPr/>
        <p:nvPr/>
      </p:nvGrpSpPr>
      <p:grpSpPr>
        <a:xfrm>
          <a:off x="0" y="0"/>
          <a:ext cx="0" cy="0"/>
          <a:chOff x="0" y="0"/>
          <a:chExt cx="0" cy="0"/>
        </a:xfrm>
      </p:grpSpPr>
      <p:sp>
        <p:nvSpPr>
          <p:cNvPr id="259" name="Google Shape;259;p31"/>
          <p:cNvSpPr/>
          <p:nvPr/>
        </p:nvSpPr>
        <p:spPr>
          <a:xfrm rot="10800000">
            <a:off x="9949173" y="4755034"/>
            <a:ext cx="2242827" cy="2102966"/>
          </a:xfrm>
          <a:custGeom>
            <a:rect b="b" l="l" r="r" t="t"/>
            <a:pathLst>
              <a:path extrusionOk="0" h="2102966" w="2242827">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260" name="Google Shape;260;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ctr">
              <a:lnSpc>
                <a:spcPct val="152343"/>
              </a:lnSpc>
              <a:spcBef>
                <a:spcPts val="0"/>
              </a:spcBef>
              <a:spcAft>
                <a:spcPts val="0"/>
              </a:spcAft>
              <a:buClr>
                <a:schemeClr val="accent6"/>
              </a:buClr>
              <a:buSzPts val="3200"/>
              <a:buFont typeface="Arial Black"/>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1" name="Google Shape;261;p31"/>
          <p:cNvSpPr/>
          <p:nvPr>
            <p:ph idx="2" type="pic"/>
          </p:nvPr>
        </p:nvSpPr>
        <p:spPr>
          <a:xfrm>
            <a:off x="5183188" y="987425"/>
            <a:ext cx="6172200" cy="4873625"/>
          </a:xfrm>
          <a:prstGeom prst="rect">
            <a:avLst/>
          </a:prstGeom>
          <a:noFill/>
          <a:ln>
            <a:noFill/>
          </a:ln>
        </p:spPr>
      </p:sp>
      <p:sp>
        <p:nvSpPr>
          <p:cNvPr id="262" name="Google Shape;262;p3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Clr>
                <a:schemeClr val="accent6"/>
              </a:buClr>
              <a:buSzPts val="1600"/>
              <a:buNone/>
              <a:defRPr sz="1600"/>
            </a:lvl1pPr>
            <a:lvl2pPr indent="-228600" lvl="1" marL="914400" algn="l">
              <a:lnSpc>
                <a:spcPct val="100000"/>
              </a:lnSpc>
              <a:spcBef>
                <a:spcPts val="360"/>
              </a:spcBef>
              <a:spcAft>
                <a:spcPts val="0"/>
              </a:spcAft>
              <a:buClr>
                <a:schemeClr val="accent6"/>
              </a:buClr>
              <a:buSzPts val="1400"/>
              <a:buNone/>
              <a:defRPr sz="1400"/>
            </a:lvl2pPr>
            <a:lvl3pPr indent="-228600" lvl="2" marL="1371600" algn="l">
              <a:lnSpc>
                <a:spcPct val="100000"/>
              </a:lnSpc>
              <a:spcBef>
                <a:spcPts val="360"/>
              </a:spcBef>
              <a:spcAft>
                <a:spcPts val="0"/>
              </a:spcAft>
              <a:buClr>
                <a:schemeClr val="accent6"/>
              </a:buClr>
              <a:buSzPts val="1200"/>
              <a:buNone/>
              <a:defRPr sz="1200"/>
            </a:lvl3pPr>
            <a:lvl4pPr indent="-228600" lvl="3" marL="1828800" algn="l">
              <a:lnSpc>
                <a:spcPct val="100000"/>
              </a:lnSpc>
              <a:spcBef>
                <a:spcPts val="360"/>
              </a:spcBef>
              <a:spcAft>
                <a:spcPts val="0"/>
              </a:spcAft>
              <a:buClr>
                <a:schemeClr val="accent6"/>
              </a:buClr>
              <a:buSzPts val="1000"/>
              <a:buNone/>
              <a:defRPr sz="1000"/>
            </a:lvl4pPr>
            <a:lvl5pPr indent="-228600" lvl="4" marL="2286000" algn="l">
              <a:lnSpc>
                <a:spcPct val="100000"/>
              </a:lnSpc>
              <a:spcBef>
                <a:spcPts val="360"/>
              </a:spcBef>
              <a:spcAft>
                <a:spcPts val="0"/>
              </a:spcAft>
              <a:buClr>
                <a:schemeClr val="accent6"/>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63" name="Google Shape;263;p31"/>
          <p:cNvSpPr txBox="1"/>
          <p:nvPr>
            <p:ph idx="11" type="ftr"/>
          </p:nvPr>
        </p:nvSpPr>
        <p:spPr>
          <a:xfrm>
            <a:off x="621792" y="457200"/>
            <a:ext cx="320040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4" name="Google Shape;264;p31"/>
          <p:cNvSpPr txBox="1"/>
          <p:nvPr>
            <p:ph idx="12" type="sldNum"/>
          </p:nvPr>
        </p:nvSpPr>
        <p:spPr>
          <a:xfrm>
            <a:off x="10945368" y="457200"/>
            <a:ext cx="987552" cy="27432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pic>
        <p:nvPicPr>
          <p:cNvPr descr="https://www.cbit.ac.in/wp-content/uploads/2023/05/CBIT-LOGO-24.05.2023.-4.no_-1.png" id="265" name="Google Shape;265;p31"/>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266" name="Google Shape;266;p31"/>
          <p:cNvSpPr/>
          <p:nvPr/>
        </p:nvSpPr>
        <p:spPr>
          <a:xfrm>
            <a:off x="-124470" y="6396335"/>
            <a:ext cx="405639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21"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758952" y="1216152"/>
            <a:ext cx="10671048" cy="768096"/>
          </a:xfrm>
          <a:prstGeom prst="rect">
            <a:avLst/>
          </a:prstGeom>
          <a:noFill/>
          <a:ln>
            <a:noFill/>
          </a:ln>
        </p:spPr>
        <p:txBody>
          <a:bodyPr anchorCtr="0" anchor="b" bIns="45700" lIns="91425" spcFirstLastPara="1" rIns="91425" wrap="square" tIns="45700">
            <a:noAutofit/>
          </a:bodyPr>
          <a:lstStyle>
            <a:lvl1pPr lvl="0" marR="0" rtl="0" algn="ctr">
              <a:lnSpc>
                <a:spcPct val="110795"/>
              </a:lnSpc>
              <a:spcBef>
                <a:spcPts val="0"/>
              </a:spcBef>
              <a:spcAft>
                <a:spcPts val="0"/>
              </a:spcAft>
              <a:buClr>
                <a:schemeClr val="accent6"/>
              </a:buClr>
              <a:buSzPts val="4400"/>
              <a:buFont typeface="Arial Black"/>
              <a:buNone/>
              <a:defRPr b="1" i="0" sz="4400" u="none" cap="none" strike="noStrike">
                <a:solidFill>
                  <a:schemeClr val="accent6"/>
                </a:solidFill>
                <a:latin typeface="Arial Black"/>
                <a:ea typeface="Arial Black"/>
                <a:cs typeface="Arial Black"/>
                <a:sym typeface="Arial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758952" y="2103120"/>
            <a:ext cx="10671048"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100000"/>
              </a:lnSpc>
              <a:spcBef>
                <a:spcPts val="360"/>
              </a:spcBef>
              <a:spcAft>
                <a:spcPts val="0"/>
              </a:spcAft>
              <a:buClr>
                <a:schemeClr val="accent6"/>
              </a:buClr>
              <a:buSzPts val="2800"/>
              <a:buFont typeface="Arial"/>
              <a:buChar char="•"/>
              <a:defRPr b="0" i="0" sz="2800" u="none" cap="none" strike="noStrike">
                <a:solidFill>
                  <a:schemeClr val="accent6"/>
                </a:solidFill>
                <a:latin typeface="EB Garamond"/>
                <a:ea typeface="EB Garamond"/>
                <a:cs typeface="EB Garamond"/>
                <a:sym typeface="EB Garamond"/>
              </a:defRPr>
            </a:lvl1pPr>
            <a:lvl2pPr indent="-381000" lvl="1" marL="914400" marR="0" rtl="0" algn="l">
              <a:lnSpc>
                <a:spcPct val="100000"/>
              </a:lnSpc>
              <a:spcBef>
                <a:spcPts val="360"/>
              </a:spcBef>
              <a:spcAft>
                <a:spcPts val="0"/>
              </a:spcAft>
              <a:buClr>
                <a:schemeClr val="accent6"/>
              </a:buClr>
              <a:buSzPts val="2400"/>
              <a:buFont typeface="Arial"/>
              <a:buChar char="•"/>
              <a:defRPr b="0" i="0" sz="2400" u="none" cap="none" strike="noStrike">
                <a:solidFill>
                  <a:schemeClr val="accent6"/>
                </a:solidFill>
                <a:latin typeface="EB Garamond"/>
                <a:ea typeface="EB Garamond"/>
                <a:cs typeface="EB Garamond"/>
                <a:sym typeface="EB Garamond"/>
              </a:defRPr>
            </a:lvl2pPr>
            <a:lvl3pPr indent="-355600" lvl="2" marL="1371600" marR="0" rtl="0" algn="l">
              <a:lnSpc>
                <a:spcPct val="100000"/>
              </a:lnSpc>
              <a:spcBef>
                <a:spcPts val="360"/>
              </a:spcBef>
              <a:spcAft>
                <a:spcPts val="0"/>
              </a:spcAft>
              <a:buClr>
                <a:schemeClr val="accent6"/>
              </a:buClr>
              <a:buSzPts val="2000"/>
              <a:buFont typeface="Arial"/>
              <a:buChar char="•"/>
              <a:defRPr b="0" i="0" sz="2000" u="none" cap="none" strike="noStrike">
                <a:solidFill>
                  <a:schemeClr val="accent6"/>
                </a:solidFill>
                <a:latin typeface="EB Garamond"/>
                <a:ea typeface="EB Garamond"/>
                <a:cs typeface="EB Garamond"/>
                <a:sym typeface="EB Garamond"/>
              </a:defRPr>
            </a:lvl3pPr>
            <a:lvl4pPr indent="-342900" lvl="3" marL="1828800" marR="0" rtl="0" algn="l">
              <a:lnSpc>
                <a:spcPct val="100000"/>
              </a:lnSpc>
              <a:spcBef>
                <a:spcPts val="360"/>
              </a:spcBef>
              <a:spcAft>
                <a:spcPts val="0"/>
              </a:spcAft>
              <a:buClr>
                <a:schemeClr val="accent6"/>
              </a:buClr>
              <a:buSzPts val="1800"/>
              <a:buFont typeface="Arial"/>
              <a:buChar char="•"/>
              <a:defRPr b="0" i="0" sz="1800" u="none" cap="none" strike="noStrike">
                <a:solidFill>
                  <a:schemeClr val="accent6"/>
                </a:solidFill>
                <a:latin typeface="EB Garamond"/>
                <a:ea typeface="EB Garamond"/>
                <a:cs typeface="EB Garamond"/>
                <a:sym typeface="EB Garamond"/>
              </a:defRPr>
            </a:lvl4pPr>
            <a:lvl5pPr indent="-342900" lvl="4" marL="2286000" marR="0" rtl="0" algn="l">
              <a:lnSpc>
                <a:spcPct val="100000"/>
              </a:lnSpc>
              <a:spcBef>
                <a:spcPts val="360"/>
              </a:spcBef>
              <a:spcAft>
                <a:spcPts val="0"/>
              </a:spcAft>
              <a:buClr>
                <a:schemeClr val="accent6"/>
              </a:buClr>
              <a:buSzPts val="1800"/>
              <a:buFont typeface="Arial"/>
              <a:buChar char="•"/>
              <a:defRPr b="0" i="0" sz="1800" u="none" cap="none" strike="noStrike">
                <a:solidFill>
                  <a:schemeClr val="accent6"/>
                </a:solidFill>
                <a:latin typeface="EB Garamond"/>
                <a:ea typeface="EB Garamond"/>
                <a:cs typeface="EB Garamond"/>
                <a:sym typeface="EB Garamo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EB Garamond"/>
                <a:ea typeface="EB Garamond"/>
                <a:cs typeface="EB Garamond"/>
                <a:sym typeface="EB Garamo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EB Garamond"/>
                <a:ea typeface="EB Garamond"/>
                <a:cs typeface="EB Garamond"/>
                <a:sym typeface="EB Garamo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EB Garamond"/>
                <a:ea typeface="EB Garamond"/>
                <a:cs typeface="EB Garamond"/>
                <a:sym typeface="EB Garamo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EB Garamond"/>
                <a:ea typeface="EB Garamond"/>
                <a:cs typeface="EB Garamond"/>
                <a:sym typeface="EB Garamond"/>
              </a:defRPr>
            </a:lvl9pPr>
          </a:lstStyle>
          <a:p/>
        </p:txBody>
      </p:sp>
      <p:sp>
        <p:nvSpPr>
          <p:cNvPr id="8" name="Google Shape;8;p11"/>
          <p:cNvSpPr txBox="1"/>
          <p:nvPr>
            <p:ph idx="11" type="ftr"/>
          </p:nvPr>
        </p:nvSpPr>
        <p:spPr>
          <a:xfrm>
            <a:off x="621792" y="457200"/>
            <a:ext cx="3200400" cy="27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accent6"/>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EB Garamond"/>
                <a:ea typeface="EB Garamond"/>
                <a:cs typeface="EB Garamond"/>
                <a:sym typeface="EB Garamond"/>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EB Garamond"/>
                <a:ea typeface="EB Garamond"/>
                <a:cs typeface="EB Garamond"/>
                <a:sym typeface="EB Garamond"/>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EB Garamond"/>
                <a:ea typeface="EB Garamond"/>
                <a:cs typeface="EB Garamond"/>
                <a:sym typeface="EB Garamond"/>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EB Garamond"/>
                <a:ea typeface="EB Garamond"/>
                <a:cs typeface="EB Garamond"/>
                <a:sym typeface="EB Garamond"/>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EB Garamond"/>
                <a:ea typeface="EB Garamond"/>
                <a:cs typeface="EB Garamond"/>
                <a:sym typeface="EB Garamond"/>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EB Garamond"/>
                <a:ea typeface="EB Garamond"/>
                <a:cs typeface="EB Garamond"/>
                <a:sym typeface="EB Garamond"/>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EB Garamond"/>
                <a:ea typeface="EB Garamond"/>
                <a:cs typeface="EB Garamond"/>
                <a:sym typeface="EB Garamond"/>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EB Garamond"/>
                <a:ea typeface="EB Garamond"/>
                <a:cs typeface="EB Garamond"/>
                <a:sym typeface="EB Garamond"/>
              </a:defRPr>
            </a:lvl9pPr>
          </a:lstStyle>
          <a:p/>
        </p:txBody>
      </p:sp>
      <p:sp>
        <p:nvSpPr>
          <p:cNvPr id="9" name="Google Shape;9;p11"/>
          <p:cNvSpPr txBox="1"/>
          <p:nvPr>
            <p:ph idx="12" type="sldNum"/>
          </p:nvPr>
        </p:nvSpPr>
        <p:spPr>
          <a:xfrm>
            <a:off x="10945368" y="457200"/>
            <a:ext cx="987552" cy="27432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cs.google.com/document/d/1ewo188PYPoNUoSJzKUjSzUI0dWPJSsM3p2jmygZglFQ/edit?tab=t.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
          <p:cNvSpPr txBox="1"/>
          <p:nvPr>
            <p:ph idx="4294967295" type="subTitle"/>
          </p:nvPr>
        </p:nvSpPr>
        <p:spPr>
          <a:xfrm>
            <a:off x="428891" y="3400010"/>
            <a:ext cx="4499020" cy="878908"/>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6"/>
              </a:buClr>
              <a:buSzPts val="2000"/>
              <a:buFont typeface="Arial"/>
              <a:buNone/>
            </a:pPr>
            <a:r>
              <a:rPr b="1" i="0" lang="en-US" sz="2000" u="sng" cap="none" strike="noStrike">
                <a:solidFill>
                  <a:schemeClr val="accent6"/>
                </a:solidFill>
                <a:latin typeface="Times New Roman"/>
                <a:ea typeface="Times New Roman"/>
                <a:cs typeface="Times New Roman"/>
                <a:sym typeface="Times New Roman"/>
              </a:rPr>
              <a:t>Under the Guidance of:</a:t>
            </a:r>
            <a:endParaRPr b="0" i="0" sz="2800" u="none" cap="none" strike="noStrike">
              <a:solidFill>
                <a:schemeClr val="accent6"/>
              </a:solidFill>
              <a:latin typeface="EB Garamond"/>
              <a:ea typeface="EB Garamond"/>
              <a:cs typeface="EB Garamond"/>
              <a:sym typeface="EB Garamond"/>
            </a:endParaRPr>
          </a:p>
          <a:p>
            <a:pPr indent="0" lvl="0" marL="0" marR="0" rtl="0" algn="ctr">
              <a:lnSpc>
                <a:spcPct val="100000"/>
              </a:lnSpc>
              <a:spcBef>
                <a:spcPts val="360"/>
              </a:spcBef>
              <a:spcAft>
                <a:spcPts val="0"/>
              </a:spcAft>
              <a:buClr>
                <a:srgbClr val="FF0000"/>
              </a:buClr>
              <a:buSzPts val="2000"/>
              <a:buFont typeface="Arial"/>
              <a:buNone/>
            </a:pPr>
            <a:r>
              <a:rPr b="1" i="0" lang="en-US" sz="2000" u="none" cap="none" strike="noStrike">
                <a:solidFill>
                  <a:srgbClr val="FF0000"/>
                </a:solidFill>
                <a:latin typeface="Times New Roman"/>
                <a:ea typeface="Times New Roman"/>
                <a:cs typeface="Times New Roman"/>
                <a:sym typeface="Times New Roman"/>
              </a:rPr>
              <a:t>Dr. T. </a:t>
            </a:r>
            <a:r>
              <a:rPr b="1" lang="en-US" sz="2000">
                <a:solidFill>
                  <a:srgbClr val="FF0000"/>
                </a:solidFill>
                <a:latin typeface="Times New Roman"/>
                <a:ea typeface="Times New Roman"/>
                <a:cs typeface="Times New Roman"/>
                <a:sym typeface="Times New Roman"/>
              </a:rPr>
              <a:t>Satyanarayana Murthy </a:t>
            </a:r>
            <a:endParaRPr b="1" i="0" sz="20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360"/>
              </a:spcBef>
              <a:spcAft>
                <a:spcPts val="0"/>
              </a:spcAft>
              <a:buClr>
                <a:schemeClr val="accent6"/>
              </a:buClr>
              <a:buSzPts val="2000"/>
              <a:buFont typeface="Arial"/>
              <a:buNone/>
            </a:pPr>
            <a:r>
              <a:rPr b="0" i="0" lang="en-US" sz="2000" u="none" cap="none" strike="noStrike">
                <a:solidFill>
                  <a:schemeClr val="accent6"/>
                </a:solidFill>
                <a:latin typeface="Times New Roman"/>
                <a:ea typeface="Times New Roman"/>
                <a:cs typeface="Times New Roman"/>
                <a:sym typeface="Times New Roman"/>
              </a:rPr>
              <a:t>As</a:t>
            </a:r>
            <a:r>
              <a:rPr lang="en-US" sz="2000">
                <a:latin typeface="Times New Roman"/>
                <a:ea typeface="Times New Roman"/>
                <a:cs typeface="Times New Roman"/>
                <a:sym typeface="Times New Roman"/>
              </a:rPr>
              <a:t>sociate</a:t>
            </a:r>
            <a:r>
              <a:rPr b="0" i="0" lang="en-US" sz="2000" u="none" cap="none" strike="noStrike">
                <a:solidFill>
                  <a:schemeClr val="accent6"/>
                </a:solidFill>
                <a:latin typeface="Times New Roman"/>
                <a:ea typeface="Times New Roman"/>
                <a:cs typeface="Times New Roman"/>
                <a:sym typeface="Times New Roman"/>
              </a:rPr>
              <a:t> Professor, IT, CBIT</a:t>
            </a:r>
            <a:endParaRPr b="0" i="0" sz="2000" u="none" cap="none" strike="noStrike">
              <a:solidFill>
                <a:schemeClr val="accent6"/>
              </a:solidFill>
              <a:latin typeface="Times New Roman"/>
              <a:ea typeface="Times New Roman"/>
              <a:cs typeface="Times New Roman"/>
              <a:sym typeface="Times New Roman"/>
            </a:endParaRPr>
          </a:p>
        </p:txBody>
      </p:sp>
      <p:sp>
        <p:nvSpPr>
          <p:cNvPr id="272" name="Google Shape;272;p1"/>
          <p:cNvSpPr txBox="1"/>
          <p:nvPr>
            <p:ph idx="4294967295" type="ctrTitle"/>
          </p:nvPr>
        </p:nvSpPr>
        <p:spPr>
          <a:xfrm>
            <a:off x="428900" y="1244025"/>
            <a:ext cx="11394600" cy="1156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1400"/>
              </a:spcAft>
              <a:buClr>
                <a:schemeClr val="dk1"/>
              </a:buClr>
              <a:buSzPts val="1100"/>
              <a:buFont typeface="Arial"/>
              <a:buNone/>
            </a:pPr>
            <a:r>
              <a:rPr b="0" lang="en-US" sz="2800">
                <a:solidFill>
                  <a:schemeClr val="dk1"/>
                </a:solidFill>
                <a:latin typeface="Times New Roman"/>
                <a:ea typeface="Times New Roman"/>
                <a:cs typeface="Times New Roman"/>
                <a:sym typeface="Times New Roman"/>
              </a:rPr>
              <a:t>Qubit-Efficient Hybrid Quantum Reinforcement Learning for Scalable Vehicle Routing</a:t>
            </a:r>
            <a:endParaRPr b="1" i="1" sz="3400" u="none" cap="none" strike="noStrike">
              <a:solidFill>
                <a:srgbClr val="1155CC"/>
              </a:solidFill>
              <a:latin typeface="Times New Roman"/>
              <a:ea typeface="Times New Roman"/>
              <a:cs typeface="Times New Roman"/>
              <a:sym typeface="Times New Roman"/>
            </a:endParaRPr>
          </a:p>
        </p:txBody>
      </p:sp>
      <p:sp>
        <p:nvSpPr>
          <p:cNvPr id="273" name="Google Shape;273;p1"/>
          <p:cNvSpPr txBox="1"/>
          <p:nvPr/>
        </p:nvSpPr>
        <p:spPr>
          <a:xfrm>
            <a:off x="6972300" y="4689750"/>
            <a:ext cx="4851300" cy="150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2000"/>
              <a:buFont typeface="Arial"/>
              <a:buNone/>
            </a:pPr>
            <a:r>
              <a:rPr b="1" i="1" lang="en-US" sz="2000" u="sng" cap="none" strike="noStrike">
                <a:solidFill>
                  <a:schemeClr val="accent6"/>
                </a:solidFill>
                <a:latin typeface="Times New Roman"/>
                <a:ea typeface="Times New Roman"/>
                <a:cs typeface="Times New Roman"/>
                <a:sym typeface="Times New Roman"/>
              </a:rPr>
              <a:t>Presented by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360"/>
              </a:spcBef>
              <a:spcAft>
                <a:spcPts val="0"/>
              </a:spcAft>
              <a:buClr>
                <a:srgbClr val="FF0000"/>
              </a:buClr>
              <a:buSzPts val="1800"/>
              <a:buFont typeface="Arial"/>
              <a:buNone/>
            </a:pPr>
            <a:r>
              <a:rPr b="1" i="1" lang="en-US" sz="1800">
                <a:solidFill>
                  <a:srgbClr val="FF0000"/>
                </a:solidFill>
                <a:latin typeface="Times New Roman"/>
                <a:ea typeface="Times New Roman"/>
                <a:cs typeface="Times New Roman"/>
                <a:sym typeface="Times New Roman"/>
              </a:rPr>
              <a:t>G. Sai Varshini</a:t>
            </a:r>
            <a:r>
              <a:rPr b="1" i="1" lang="en-US" sz="1800" u="none" cap="none" strike="noStrike">
                <a:solidFill>
                  <a:srgbClr val="FF0000"/>
                </a:solidFill>
                <a:latin typeface="Times New Roman"/>
                <a:ea typeface="Times New Roman"/>
                <a:cs typeface="Times New Roman"/>
                <a:sym typeface="Times New Roman"/>
              </a:rPr>
              <a:t>, 1601227370</a:t>
            </a:r>
            <a:r>
              <a:rPr b="1" i="1" lang="en-US" sz="1800">
                <a:solidFill>
                  <a:srgbClr val="FF0000"/>
                </a:solidFill>
                <a:latin typeface="Times New Roman"/>
                <a:ea typeface="Times New Roman"/>
                <a:cs typeface="Times New Roman"/>
                <a:sym typeface="Times New Roman"/>
              </a:rPr>
              <a:t>06</a:t>
            </a:r>
            <a:endParaRPr b="1" i="1" sz="1800" u="none" cap="none" strike="noStrike">
              <a:solidFill>
                <a:srgbClr val="FF0000"/>
              </a:solidFill>
              <a:latin typeface="Times New Roman"/>
              <a:ea typeface="Times New Roman"/>
              <a:cs typeface="Times New Roman"/>
              <a:sym typeface="Times New Roman"/>
            </a:endParaRPr>
          </a:p>
          <a:p>
            <a:pPr indent="0" lvl="0" marL="0" marR="0" rtl="0" algn="just">
              <a:lnSpc>
                <a:spcPct val="100000"/>
              </a:lnSpc>
              <a:spcBef>
                <a:spcPts val="360"/>
              </a:spcBef>
              <a:spcAft>
                <a:spcPts val="0"/>
              </a:spcAft>
              <a:buClr>
                <a:srgbClr val="FF0000"/>
              </a:buClr>
              <a:buSzPts val="1800"/>
              <a:buFont typeface="Arial"/>
              <a:buNone/>
            </a:pPr>
            <a:r>
              <a:rPr b="1" i="1" lang="en-US" sz="1800">
                <a:solidFill>
                  <a:srgbClr val="FF0000"/>
                </a:solidFill>
                <a:latin typeface="Times New Roman"/>
                <a:ea typeface="Times New Roman"/>
                <a:cs typeface="Times New Roman"/>
                <a:sym typeface="Times New Roman"/>
              </a:rPr>
              <a:t>V. Akshitha</a:t>
            </a:r>
            <a:r>
              <a:rPr b="1" i="1" lang="en-US" sz="1800" u="none" cap="none" strike="noStrike">
                <a:solidFill>
                  <a:srgbClr val="FF0000"/>
                </a:solidFill>
                <a:latin typeface="Times New Roman"/>
                <a:ea typeface="Times New Roman"/>
                <a:cs typeface="Times New Roman"/>
                <a:sym typeface="Times New Roman"/>
              </a:rPr>
              <a:t>, 1601227370</a:t>
            </a:r>
            <a:r>
              <a:rPr b="1" i="1" lang="en-US" sz="1800">
                <a:solidFill>
                  <a:srgbClr val="FF0000"/>
                </a:solidFill>
                <a:latin typeface="Times New Roman"/>
                <a:ea typeface="Times New Roman"/>
                <a:cs typeface="Times New Roman"/>
                <a:sym typeface="Times New Roman"/>
              </a:rPr>
              <a:t>27</a:t>
            </a:r>
            <a:endParaRPr b="1" i="1" sz="1800" u="none" cap="none" strike="noStrike">
              <a:solidFill>
                <a:srgbClr val="FF0000"/>
              </a:solidFill>
              <a:latin typeface="Times New Roman"/>
              <a:ea typeface="Times New Roman"/>
              <a:cs typeface="Times New Roman"/>
              <a:sym typeface="Times New Roman"/>
            </a:endParaRPr>
          </a:p>
          <a:p>
            <a:pPr indent="0" lvl="0" marL="0" marR="0" rtl="0" algn="just">
              <a:lnSpc>
                <a:spcPct val="100000"/>
              </a:lnSpc>
              <a:spcBef>
                <a:spcPts val="360"/>
              </a:spcBef>
              <a:spcAft>
                <a:spcPts val="0"/>
              </a:spcAft>
              <a:buClr>
                <a:srgbClr val="FF0000"/>
              </a:buClr>
              <a:buSzPts val="1800"/>
              <a:buFont typeface="Arial"/>
              <a:buNone/>
            </a:pPr>
            <a:r>
              <a:rPr b="1" i="1" lang="en-US" sz="1800">
                <a:solidFill>
                  <a:srgbClr val="FF0000"/>
                </a:solidFill>
                <a:latin typeface="Times New Roman"/>
                <a:ea typeface="Times New Roman"/>
                <a:cs typeface="Times New Roman"/>
                <a:sym typeface="Times New Roman"/>
              </a:rPr>
              <a:t>Chaitanyya Pratap Agarwal</a:t>
            </a:r>
            <a:r>
              <a:rPr b="1" i="1" lang="en-US" sz="1800" u="none" cap="none" strike="noStrike">
                <a:solidFill>
                  <a:srgbClr val="FF0000"/>
                </a:solidFill>
                <a:latin typeface="Times New Roman"/>
                <a:ea typeface="Times New Roman"/>
                <a:cs typeface="Times New Roman"/>
                <a:sym typeface="Times New Roman"/>
              </a:rPr>
              <a:t>, 1601227370</a:t>
            </a:r>
            <a:r>
              <a:rPr b="1" i="1" lang="en-US" sz="1800">
                <a:solidFill>
                  <a:srgbClr val="FF0000"/>
                </a:solidFill>
                <a:latin typeface="Times New Roman"/>
                <a:ea typeface="Times New Roman"/>
                <a:cs typeface="Times New Roman"/>
                <a:sym typeface="Times New Roman"/>
              </a:rPr>
              <a:t>34</a:t>
            </a:r>
            <a:endParaRPr b="1" i="1" sz="18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360"/>
              </a:spcBef>
              <a:spcAft>
                <a:spcPts val="0"/>
              </a:spcAft>
              <a:buClr>
                <a:schemeClr val="accent6"/>
              </a:buClr>
              <a:buSzPts val="2400"/>
              <a:buFont typeface="Arial"/>
              <a:buNone/>
            </a:pPr>
            <a:r>
              <a:t/>
            </a:r>
            <a:endParaRPr b="1" i="1" sz="2400" u="none" cap="none" strike="noStrike">
              <a:solidFill>
                <a:schemeClr val="accent6"/>
              </a:solidFill>
              <a:latin typeface="Times New Roman"/>
              <a:ea typeface="Times New Roman"/>
              <a:cs typeface="Times New Roman"/>
              <a:sym typeface="Times New Roman"/>
            </a:endParaRPr>
          </a:p>
        </p:txBody>
      </p:sp>
      <p:sp>
        <p:nvSpPr>
          <p:cNvPr id="274" name="Google Shape;274;p1"/>
          <p:cNvSpPr txBox="1"/>
          <p:nvPr/>
        </p:nvSpPr>
        <p:spPr>
          <a:xfrm>
            <a:off x="3685500" y="2595825"/>
            <a:ext cx="5022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EB Garamond"/>
                <a:ea typeface="EB Garamond"/>
                <a:cs typeface="EB Garamond"/>
                <a:sym typeface="EB Garamond"/>
              </a:rPr>
              <a:t>(Batch No: CBIT/IT/2025-26/IT1/118)</a:t>
            </a:r>
            <a:endParaRPr b="1" i="0" sz="1800" u="none" cap="none" strike="noStrike">
              <a:solidFill>
                <a:schemeClr val="dk1"/>
              </a:solidFill>
              <a:latin typeface="EB Garamond"/>
              <a:ea typeface="EB Garamond"/>
              <a:cs typeface="EB Garamond"/>
              <a:sym typeface="EB Garamo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3dcb958ab8a_0_0"/>
          <p:cNvSpPr txBox="1"/>
          <p:nvPr>
            <p:ph idx="4294967295" type="subTitle"/>
          </p:nvPr>
        </p:nvSpPr>
        <p:spPr>
          <a:xfrm>
            <a:off x="428891" y="3400010"/>
            <a:ext cx="4499100" cy="87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6"/>
              </a:buClr>
              <a:buSzPts val="2000"/>
              <a:buFont typeface="Arial"/>
              <a:buNone/>
            </a:pPr>
            <a:r>
              <a:rPr b="1" i="0" lang="en-US" sz="2000" u="sng" cap="none" strike="noStrike">
                <a:solidFill>
                  <a:schemeClr val="accent6"/>
                </a:solidFill>
                <a:latin typeface="Times New Roman"/>
                <a:ea typeface="Times New Roman"/>
                <a:cs typeface="Times New Roman"/>
                <a:sym typeface="Times New Roman"/>
              </a:rPr>
              <a:t>Under the Guidance of:</a:t>
            </a:r>
            <a:endParaRPr b="0" i="0" sz="2800" u="none" cap="none" strike="noStrike">
              <a:solidFill>
                <a:schemeClr val="accent6"/>
              </a:solidFill>
              <a:latin typeface="EB Garamond"/>
              <a:ea typeface="EB Garamond"/>
              <a:cs typeface="EB Garamond"/>
              <a:sym typeface="EB Garamond"/>
            </a:endParaRPr>
          </a:p>
          <a:p>
            <a:pPr indent="0" lvl="0" marL="0" marR="0" rtl="0" algn="ctr">
              <a:lnSpc>
                <a:spcPct val="100000"/>
              </a:lnSpc>
              <a:spcBef>
                <a:spcPts val="360"/>
              </a:spcBef>
              <a:spcAft>
                <a:spcPts val="0"/>
              </a:spcAft>
              <a:buClr>
                <a:srgbClr val="FF0000"/>
              </a:buClr>
              <a:buSzPts val="2000"/>
              <a:buFont typeface="Arial"/>
              <a:buNone/>
            </a:pPr>
            <a:r>
              <a:rPr b="1" i="0" lang="en-US" sz="2000" u="none" cap="none" strike="noStrike">
                <a:solidFill>
                  <a:srgbClr val="FF0000"/>
                </a:solidFill>
                <a:latin typeface="Times New Roman"/>
                <a:ea typeface="Times New Roman"/>
                <a:cs typeface="Times New Roman"/>
                <a:sym typeface="Times New Roman"/>
              </a:rPr>
              <a:t>Dr. T. </a:t>
            </a:r>
            <a:r>
              <a:rPr b="1" lang="en-US" sz="2000">
                <a:solidFill>
                  <a:srgbClr val="FF0000"/>
                </a:solidFill>
                <a:latin typeface="Times New Roman"/>
                <a:ea typeface="Times New Roman"/>
                <a:cs typeface="Times New Roman"/>
                <a:sym typeface="Times New Roman"/>
              </a:rPr>
              <a:t>Satyanarayana Murthy </a:t>
            </a:r>
            <a:endParaRPr b="1" i="0" sz="20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360"/>
              </a:spcBef>
              <a:spcAft>
                <a:spcPts val="0"/>
              </a:spcAft>
              <a:buClr>
                <a:schemeClr val="accent6"/>
              </a:buClr>
              <a:buSzPts val="2000"/>
              <a:buFont typeface="Arial"/>
              <a:buNone/>
            </a:pPr>
            <a:r>
              <a:rPr b="0" i="0" lang="en-US" sz="2000" u="none" cap="none" strike="noStrike">
                <a:solidFill>
                  <a:schemeClr val="accent6"/>
                </a:solidFill>
                <a:latin typeface="Times New Roman"/>
                <a:ea typeface="Times New Roman"/>
                <a:cs typeface="Times New Roman"/>
                <a:sym typeface="Times New Roman"/>
              </a:rPr>
              <a:t>As</a:t>
            </a:r>
            <a:r>
              <a:rPr lang="en-US" sz="2000">
                <a:latin typeface="Times New Roman"/>
                <a:ea typeface="Times New Roman"/>
                <a:cs typeface="Times New Roman"/>
                <a:sym typeface="Times New Roman"/>
              </a:rPr>
              <a:t>sociate</a:t>
            </a:r>
            <a:r>
              <a:rPr b="0" i="0" lang="en-US" sz="2000" u="none" cap="none" strike="noStrike">
                <a:solidFill>
                  <a:schemeClr val="accent6"/>
                </a:solidFill>
                <a:latin typeface="Times New Roman"/>
                <a:ea typeface="Times New Roman"/>
                <a:cs typeface="Times New Roman"/>
                <a:sym typeface="Times New Roman"/>
              </a:rPr>
              <a:t> Professor, IT, CBIT</a:t>
            </a:r>
            <a:endParaRPr b="0" i="0" sz="2000" u="none" cap="none" strike="noStrike">
              <a:solidFill>
                <a:schemeClr val="accent6"/>
              </a:solidFill>
              <a:latin typeface="Times New Roman"/>
              <a:ea typeface="Times New Roman"/>
              <a:cs typeface="Times New Roman"/>
              <a:sym typeface="Times New Roman"/>
            </a:endParaRPr>
          </a:p>
        </p:txBody>
      </p:sp>
      <p:sp>
        <p:nvSpPr>
          <p:cNvPr id="280" name="Google Shape;280;g3dcb958ab8a_0_0"/>
          <p:cNvSpPr txBox="1"/>
          <p:nvPr>
            <p:ph idx="4294967295" type="ctrTitle"/>
          </p:nvPr>
        </p:nvSpPr>
        <p:spPr>
          <a:xfrm>
            <a:off x="428900" y="1244025"/>
            <a:ext cx="11394600" cy="1156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1400"/>
              </a:spcAft>
              <a:buClr>
                <a:schemeClr val="dk1"/>
              </a:buClr>
              <a:buSzPts val="1100"/>
              <a:buFont typeface="Arial"/>
              <a:buNone/>
            </a:pPr>
            <a:r>
              <a:rPr b="0" lang="en-US" sz="2800">
                <a:solidFill>
                  <a:schemeClr val="dk1"/>
                </a:solidFill>
                <a:latin typeface="Times New Roman"/>
                <a:ea typeface="Times New Roman"/>
                <a:cs typeface="Times New Roman"/>
                <a:sym typeface="Times New Roman"/>
              </a:rPr>
              <a:t>Qubit-Efficient Hybrid Quantum Reinforcement Learning for Scalable Vehicle Routing</a:t>
            </a:r>
            <a:endParaRPr b="1" i="1" sz="3400" u="none" cap="none" strike="noStrike">
              <a:solidFill>
                <a:srgbClr val="1155CC"/>
              </a:solidFill>
              <a:latin typeface="Times New Roman"/>
              <a:ea typeface="Times New Roman"/>
              <a:cs typeface="Times New Roman"/>
              <a:sym typeface="Times New Roman"/>
            </a:endParaRPr>
          </a:p>
        </p:txBody>
      </p:sp>
      <p:sp>
        <p:nvSpPr>
          <p:cNvPr id="281" name="Google Shape;281;g3dcb958ab8a_0_0"/>
          <p:cNvSpPr txBox="1"/>
          <p:nvPr/>
        </p:nvSpPr>
        <p:spPr>
          <a:xfrm>
            <a:off x="6972300" y="4689750"/>
            <a:ext cx="4851300" cy="150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2000"/>
              <a:buFont typeface="Arial"/>
              <a:buNone/>
            </a:pPr>
            <a:r>
              <a:rPr b="1" i="1" lang="en-US" sz="2000" u="sng" cap="none" strike="noStrike">
                <a:solidFill>
                  <a:schemeClr val="accent6"/>
                </a:solidFill>
                <a:latin typeface="Times New Roman"/>
                <a:ea typeface="Times New Roman"/>
                <a:cs typeface="Times New Roman"/>
                <a:sym typeface="Times New Roman"/>
              </a:rPr>
              <a:t>Presented by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360"/>
              </a:spcBef>
              <a:spcAft>
                <a:spcPts val="0"/>
              </a:spcAft>
              <a:buClr>
                <a:srgbClr val="FF0000"/>
              </a:buClr>
              <a:buSzPts val="1800"/>
              <a:buFont typeface="Arial"/>
              <a:buNone/>
            </a:pPr>
            <a:r>
              <a:rPr b="1" i="1" lang="en-US" sz="1800">
                <a:solidFill>
                  <a:srgbClr val="FF0000"/>
                </a:solidFill>
                <a:latin typeface="Times New Roman"/>
                <a:ea typeface="Times New Roman"/>
                <a:cs typeface="Times New Roman"/>
                <a:sym typeface="Times New Roman"/>
              </a:rPr>
              <a:t>G. Sai Varshini</a:t>
            </a:r>
            <a:r>
              <a:rPr b="1" i="1" lang="en-US" sz="1800" u="none" cap="none" strike="noStrike">
                <a:solidFill>
                  <a:srgbClr val="FF0000"/>
                </a:solidFill>
                <a:latin typeface="Times New Roman"/>
                <a:ea typeface="Times New Roman"/>
                <a:cs typeface="Times New Roman"/>
                <a:sym typeface="Times New Roman"/>
              </a:rPr>
              <a:t>, 1601227370</a:t>
            </a:r>
            <a:r>
              <a:rPr b="1" i="1" lang="en-US" sz="1800">
                <a:solidFill>
                  <a:srgbClr val="FF0000"/>
                </a:solidFill>
                <a:latin typeface="Times New Roman"/>
                <a:ea typeface="Times New Roman"/>
                <a:cs typeface="Times New Roman"/>
                <a:sym typeface="Times New Roman"/>
              </a:rPr>
              <a:t>06</a:t>
            </a:r>
            <a:endParaRPr b="1" i="1" sz="1800" u="none" cap="none" strike="noStrike">
              <a:solidFill>
                <a:srgbClr val="FF0000"/>
              </a:solidFill>
              <a:latin typeface="Times New Roman"/>
              <a:ea typeface="Times New Roman"/>
              <a:cs typeface="Times New Roman"/>
              <a:sym typeface="Times New Roman"/>
            </a:endParaRPr>
          </a:p>
          <a:p>
            <a:pPr indent="0" lvl="0" marL="0" marR="0" rtl="0" algn="just">
              <a:lnSpc>
                <a:spcPct val="100000"/>
              </a:lnSpc>
              <a:spcBef>
                <a:spcPts val="360"/>
              </a:spcBef>
              <a:spcAft>
                <a:spcPts val="0"/>
              </a:spcAft>
              <a:buClr>
                <a:srgbClr val="FF0000"/>
              </a:buClr>
              <a:buSzPts val="1800"/>
              <a:buFont typeface="Arial"/>
              <a:buNone/>
            </a:pPr>
            <a:r>
              <a:rPr b="1" i="1" lang="en-US" sz="1800">
                <a:solidFill>
                  <a:srgbClr val="FF0000"/>
                </a:solidFill>
                <a:latin typeface="Times New Roman"/>
                <a:ea typeface="Times New Roman"/>
                <a:cs typeface="Times New Roman"/>
                <a:sym typeface="Times New Roman"/>
              </a:rPr>
              <a:t>V. Akshitha</a:t>
            </a:r>
            <a:r>
              <a:rPr b="1" i="1" lang="en-US" sz="1800" u="none" cap="none" strike="noStrike">
                <a:solidFill>
                  <a:srgbClr val="FF0000"/>
                </a:solidFill>
                <a:latin typeface="Times New Roman"/>
                <a:ea typeface="Times New Roman"/>
                <a:cs typeface="Times New Roman"/>
                <a:sym typeface="Times New Roman"/>
              </a:rPr>
              <a:t>, 1601227370</a:t>
            </a:r>
            <a:r>
              <a:rPr b="1" i="1" lang="en-US" sz="1800">
                <a:solidFill>
                  <a:srgbClr val="FF0000"/>
                </a:solidFill>
                <a:latin typeface="Times New Roman"/>
                <a:ea typeface="Times New Roman"/>
                <a:cs typeface="Times New Roman"/>
                <a:sym typeface="Times New Roman"/>
              </a:rPr>
              <a:t>27</a:t>
            </a:r>
            <a:endParaRPr b="1" i="1" sz="1800" u="none" cap="none" strike="noStrike">
              <a:solidFill>
                <a:srgbClr val="FF0000"/>
              </a:solidFill>
              <a:latin typeface="Times New Roman"/>
              <a:ea typeface="Times New Roman"/>
              <a:cs typeface="Times New Roman"/>
              <a:sym typeface="Times New Roman"/>
            </a:endParaRPr>
          </a:p>
          <a:p>
            <a:pPr indent="0" lvl="0" marL="0" marR="0" rtl="0" algn="just">
              <a:lnSpc>
                <a:spcPct val="100000"/>
              </a:lnSpc>
              <a:spcBef>
                <a:spcPts val="360"/>
              </a:spcBef>
              <a:spcAft>
                <a:spcPts val="0"/>
              </a:spcAft>
              <a:buClr>
                <a:srgbClr val="FF0000"/>
              </a:buClr>
              <a:buSzPts val="1800"/>
              <a:buFont typeface="Arial"/>
              <a:buNone/>
            </a:pPr>
            <a:r>
              <a:rPr b="1" i="1" lang="en-US" sz="1800">
                <a:solidFill>
                  <a:srgbClr val="FF0000"/>
                </a:solidFill>
                <a:latin typeface="Times New Roman"/>
                <a:ea typeface="Times New Roman"/>
                <a:cs typeface="Times New Roman"/>
                <a:sym typeface="Times New Roman"/>
              </a:rPr>
              <a:t>Chaitanyya Pratap Agarwal</a:t>
            </a:r>
            <a:r>
              <a:rPr b="1" i="1" lang="en-US" sz="1800" u="none" cap="none" strike="noStrike">
                <a:solidFill>
                  <a:srgbClr val="FF0000"/>
                </a:solidFill>
                <a:latin typeface="Times New Roman"/>
                <a:ea typeface="Times New Roman"/>
                <a:cs typeface="Times New Roman"/>
                <a:sym typeface="Times New Roman"/>
              </a:rPr>
              <a:t>, 1601227370</a:t>
            </a:r>
            <a:r>
              <a:rPr b="1" i="1" lang="en-US" sz="1800">
                <a:solidFill>
                  <a:srgbClr val="FF0000"/>
                </a:solidFill>
                <a:latin typeface="Times New Roman"/>
                <a:ea typeface="Times New Roman"/>
                <a:cs typeface="Times New Roman"/>
                <a:sym typeface="Times New Roman"/>
              </a:rPr>
              <a:t>34</a:t>
            </a:r>
            <a:endParaRPr b="1" i="1" sz="18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360"/>
              </a:spcBef>
              <a:spcAft>
                <a:spcPts val="0"/>
              </a:spcAft>
              <a:buClr>
                <a:schemeClr val="accent6"/>
              </a:buClr>
              <a:buSzPts val="2400"/>
              <a:buFont typeface="Arial"/>
              <a:buNone/>
            </a:pPr>
            <a:r>
              <a:t/>
            </a:r>
            <a:endParaRPr b="1" i="1" sz="2400" u="none" cap="none" strike="noStrike">
              <a:solidFill>
                <a:schemeClr val="accent6"/>
              </a:solidFill>
              <a:latin typeface="Times New Roman"/>
              <a:ea typeface="Times New Roman"/>
              <a:cs typeface="Times New Roman"/>
              <a:sym typeface="Times New Roman"/>
            </a:endParaRPr>
          </a:p>
        </p:txBody>
      </p:sp>
      <p:sp>
        <p:nvSpPr>
          <p:cNvPr id="282" name="Google Shape;282;g3dcb958ab8a_0_0"/>
          <p:cNvSpPr txBox="1"/>
          <p:nvPr/>
        </p:nvSpPr>
        <p:spPr>
          <a:xfrm>
            <a:off x="3685500" y="2595825"/>
            <a:ext cx="5022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EB Garamond"/>
                <a:ea typeface="EB Garamond"/>
                <a:cs typeface="EB Garamond"/>
                <a:sym typeface="EB Garamond"/>
              </a:rPr>
              <a:t>(Batch No: CBIT/IT/2025-26/IT1/118)</a:t>
            </a:r>
            <a:endParaRPr b="1" i="0" sz="1800" u="none" cap="none" strike="noStrike">
              <a:solidFill>
                <a:schemeClr val="dk1"/>
              </a:solidFill>
              <a:latin typeface="EB Garamond"/>
              <a:ea typeface="EB Garamond"/>
              <a:cs typeface="EB Garamond"/>
              <a:sym typeface="EB Garamo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
          <p:cNvSpPr txBox="1"/>
          <p:nvPr>
            <p:ph type="title"/>
          </p:nvPr>
        </p:nvSpPr>
        <p:spPr>
          <a:xfrm>
            <a:off x="466216" y="414502"/>
            <a:ext cx="5693700" cy="768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BB2529"/>
              </a:buClr>
              <a:buSzPts val="4400"/>
              <a:buFont typeface="Arial Black"/>
              <a:buNone/>
            </a:pPr>
            <a:r>
              <a:rPr b="1" lang="en-US" sz="4400">
                <a:solidFill>
                  <a:srgbClr val="BB2529"/>
                </a:solidFill>
                <a:latin typeface="Arial Black"/>
                <a:ea typeface="Arial Black"/>
                <a:cs typeface="Arial Black"/>
                <a:sym typeface="Arial Black"/>
              </a:rPr>
              <a:t>AGENDA</a:t>
            </a:r>
            <a:endParaRPr b="1" sz="4400">
              <a:solidFill>
                <a:srgbClr val="BB2529"/>
              </a:solidFill>
              <a:latin typeface="Arial Black"/>
              <a:ea typeface="Arial Black"/>
              <a:cs typeface="Arial Black"/>
              <a:sym typeface="Arial Black"/>
            </a:endParaRPr>
          </a:p>
        </p:txBody>
      </p:sp>
      <p:sp>
        <p:nvSpPr>
          <p:cNvPr id="288" name="Google Shape;288;p2"/>
          <p:cNvSpPr txBox="1"/>
          <p:nvPr>
            <p:ph idx="1" type="body"/>
          </p:nvPr>
        </p:nvSpPr>
        <p:spPr>
          <a:xfrm>
            <a:off x="544075" y="1524000"/>
            <a:ext cx="5693700" cy="46827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50000"/>
              </a:lnSpc>
              <a:spcBef>
                <a:spcPts val="0"/>
              </a:spcBef>
              <a:spcAft>
                <a:spcPts val="0"/>
              </a:spcAft>
              <a:buNone/>
            </a:pPr>
            <a:r>
              <a:t/>
            </a:r>
            <a:endParaRPr i="1"/>
          </a:p>
          <a:p>
            <a:pPr indent="-342900" lvl="0" marL="342900" rtl="0" algn="l">
              <a:lnSpc>
                <a:spcPct val="150000"/>
              </a:lnSpc>
              <a:spcBef>
                <a:spcPts val="0"/>
              </a:spcBef>
              <a:spcAft>
                <a:spcPts val="0"/>
              </a:spcAft>
              <a:buClr>
                <a:schemeClr val="accent6"/>
              </a:buClr>
              <a:buSzPct val="100000"/>
              <a:buFont typeface="Noto Sans Symbols"/>
              <a:buChar char="▪"/>
            </a:pPr>
            <a:r>
              <a:rPr i="1" lang="en-US"/>
              <a:t>Abstract</a:t>
            </a:r>
            <a:endParaRPr i="1"/>
          </a:p>
          <a:p>
            <a:pPr indent="-342900" lvl="0" marL="342900" rtl="0" algn="l">
              <a:lnSpc>
                <a:spcPct val="150000"/>
              </a:lnSpc>
              <a:spcBef>
                <a:spcPts val="0"/>
              </a:spcBef>
              <a:spcAft>
                <a:spcPts val="0"/>
              </a:spcAft>
              <a:buClr>
                <a:schemeClr val="accent6"/>
              </a:buClr>
              <a:buSzPct val="100000"/>
              <a:buFont typeface="Noto Sans Symbols"/>
              <a:buChar char="▪"/>
            </a:pPr>
            <a:r>
              <a:rPr i="1" lang="en-US"/>
              <a:t>​Problem Statement</a:t>
            </a:r>
            <a:endParaRPr i="1"/>
          </a:p>
          <a:p>
            <a:pPr indent="-342900" lvl="0" marL="342900" rtl="0" algn="l">
              <a:lnSpc>
                <a:spcPct val="150000"/>
              </a:lnSpc>
              <a:spcBef>
                <a:spcPts val="0"/>
              </a:spcBef>
              <a:spcAft>
                <a:spcPts val="0"/>
              </a:spcAft>
              <a:buClr>
                <a:schemeClr val="accent6"/>
              </a:buClr>
              <a:buSzPct val="100000"/>
              <a:buFont typeface="Noto Sans Symbols"/>
              <a:buChar char="▪"/>
            </a:pPr>
            <a:r>
              <a:rPr i="1" lang="en-US"/>
              <a:t>Objectives</a:t>
            </a:r>
            <a:endParaRPr/>
          </a:p>
          <a:p>
            <a:pPr indent="-342900" lvl="0" marL="342900" rtl="0" algn="l">
              <a:lnSpc>
                <a:spcPct val="150000"/>
              </a:lnSpc>
              <a:spcBef>
                <a:spcPts val="0"/>
              </a:spcBef>
              <a:spcAft>
                <a:spcPts val="0"/>
              </a:spcAft>
              <a:buClr>
                <a:schemeClr val="accent6"/>
              </a:buClr>
              <a:buSzPct val="100000"/>
              <a:buFont typeface="Noto Sans Symbols"/>
              <a:buChar char="▪"/>
            </a:pPr>
            <a:r>
              <a:rPr i="1" lang="en-US"/>
              <a:t>Literature Review</a:t>
            </a:r>
            <a:endParaRPr i="1"/>
          </a:p>
          <a:p>
            <a:pPr indent="-342900" lvl="0" marL="342900" rtl="0" algn="l">
              <a:lnSpc>
                <a:spcPct val="150000"/>
              </a:lnSpc>
              <a:spcBef>
                <a:spcPts val="0"/>
              </a:spcBef>
              <a:spcAft>
                <a:spcPts val="0"/>
              </a:spcAft>
              <a:buSzPct val="100000"/>
              <a:buChar char="▪"/>
            </a:pPr>
            <a:r>
              <a:rPr i="1" lang="en-US"/>
              <a:t>Existing Idea</a:t>
            </a:r>
            <a:endParaRPr i="1"/>
          </a:p>
          <a:p>
            <a:pPr indent="-342900" lvl="0" marL="342900" rtl="0" algn="l">
              <a:lnSpc>
                <a:spcPct val="150000"/>
              </a:lnSpc>
              <a:spcBef>
                <a:spcPts val="0"/>
              </a:spcBef>
              <a:spcAft>
                <a:spcPts val="0"/>
              </a:spcAft>
              <a:buSzPct val="100000"/>
              <a:buChar char="▪"/>
            </a:pPr>
            <a:r>
              <a:rPr i="1" lang="en-US"/>
              <a:t>Proposed Methodology</a:t>
            </a:r>
            <a:endParaRPr i="1"/>
          </a:p>
          <a:p>
            <a:pPr indent="-342900" lvl="0" marL="342900" rtl="0" algn="l">
              <a:lnSpc>
                <a:spcPct val="150000"/>
              </a:lnSpc>
              <a:spcBef>
                <a:spcPts val="0"/>
              </a:spcBef>
              <a:spcAft>
                <a:spcPts val="0"/>
              </a:spcAft>
              <a:buSzPct val="100000"/>
              <a:buChar char="▪"/>
            </a:pPr>
            <a:r>
              <a:rPr i="1" lang="en-US"/>
              <a:t>Results</a:t>
            </a:r>
            <a:endParaRPr i="1"/>
          </a:p>
          <a:p>
            <a:pPr indent="-342900" lvl="0" marL="342900" rtl="0" algn="l">
              <a:lnSpc>
                <a:spcPct val="150000"/>
              </a:lnSpc>
              <a:spcBef>
                <a:spcPts val="0"/>
              </a:spcBef>
              <a:spcAft>
                <a:spcPts val="0"/>
              </a:spcAft>
              <a:buClr>
                <a:schemeClr val="accent6"/>
              </a:buClr>
              <a:buSzPct val="100000"/>
              <a:buFont typeface="Noto Sans Symbols"/>
              <a:buChar char="▪"/>
            </a:pPr>
            <a:r>
              <a:rPr i="1" lang="en-US"/>
              <a:t>​References</a:t>
            </a:r>
            <a:endParaRPr i="1"/>
          </a:p>
          <a:p>
            <a:pPr indent="-201930" lvl="0" marL="342900" rtl="0" algn="l">
              <a:lnSpc>
                <a:spcPct val="150000"/>
              </a:lnSpc>
              <a:spcBef>
                <a:spcPts val="0"/>
              </a:spcBef>
              <a:spcAft>
                <a:spcPts val="0"/>
              </a:spcAft>
              <a:buClr>
                <a:schemeClr val="accent6"/>
              </a:buClr>
              <a:buSzPct val="100000"/>
              <a:buFont typeface="Noto Sans Symbols"/>
              <a:buNone/>
            </a:pPr>
            <a:r>
              <a:t/>
            </a:r>
            <a:endParaRPr i="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
          <p:cNvSpPr txBox="1"/>
          <p:nvPr>
            <p:ph type="title"/>
          </p:nvPr>
        </p:nvSpPr>
        <p:spPr>
          <a:xfrm>
            <a:off x="1979906" y="114909"/>
            <a:ext cx="5693664" cy="768096"/>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BB2529"/>
              </a:buClr>
              <a:buSzPts val="4400"/>
              <a:buFont typeface="Arial Black"/>
              <a:buNone/>
            </a:pPr>
            <a:r>
              <a:rPr lang="en-US" cap="none">
                <a:solidFill>
                  <a:srgbClr val="BB2529"/>
                </a:solidFill>
              </a:rPr>
              <a:t>Abstract</a:t>
            </a:r>
            <a:endParaRPr cap="none">
              <a:solidFill>
                <a:srgbClr val="BB2529"/>
              </a:solidFill>
            </a:endParaRPr>
          </a:p>
        </p:txBody>
      </p:sp>
      <p:sp>
        <p:nvSpPr>
          <p:cNvPr id="294" name="Google Shape;294;p3"/>
          <p:cNvSpPr txBox="1"/>
          <p:nvPr>
            <p:ph idx="1" type="body"/>
          </p:nvPr>
        </p:nvSpPr>
        <p:spPr>
          <a:xfrm>
            <a:off x="301839" y="1122077"/>
            <a:ext cx="11588400" cy="52233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lnSpc>
                <a:spcPct val="115000"/>
              </a:lnSpc>
              <a:spcBef>
                <a:spcPts val="120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The Vehicle Routing Problem (VRP) is a central challenge in logistics, known for its NP-hard complexity and focus on optimizing delivery networks. Traditional methods for solving VRP demand significant computational power, lack scalability as the number of routes increases, and are static—requiring full prior knowledge of customer demands and traffic conditions. Quantum algorithms such as the Quantum Approximate Optimization Algorithm (QAOA) and Grover-based methods have been explored to tackle these challenges. However, Grover’s algorithm, though offering a quadratic speed-up, suffers from practical limitations like long quantum circuits, the need for reprogramming for each instance, and incompatibility with noisy, near-term quantum devices.</a:t>
            </a:r>
            <a:endParaRPr sz="17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To address these constraints, Quantum Reinforcement Learning (QRL) is proposed as a dynamic, sequential decision-making framework for VRP. In QRL, a quantum-enhanced agent interacts with its environment, where vehicle states, customer demands, and traffic conditions are encoded into quantum circuits. Through superposition, the agent explores a vast solution space and refines its policy toward near-optimal routing strategies, guided by rewards. Despite challenges such as complex quantum state encoding and hybrid quantum-classical training, QRL enables real-time adaptability to new delivery requests or disruptions and generalization of learned policies across different VRP instances. This makes QRL a scalable, flexible, and near-term feasible approach that bridges learning and optimization, paving the way for intelligent, self-improving logistics systems capable of evolving with real-world uncertainty.</a:t>
            </a:r>
            <a:endParaRPr sz="1700">
              <a:solidFill>
                <a:schemeClr val="dk1"/>
              </a:solidFill>
              <a:latin typeface="Times New Roman"/>
              <a:ea typeface="Times New Roman"/>
              <a:cs typeface="Times New Roman"/>
              <a:sym typeface="Times New Roman"/>
            </a:endParaRPr>
          </a:p>
          <a:p>
            <a:pPr indent="172720" lvl="0" marL="0" rtl="0" algn="just">
              <a:lnSpc>
                <a:spcPct val="100000"/>
              </a:lnSpc>
              <a:spcBef>
                <a:spcPts val="1200"/>
              </a:spcBef>
              <a:spcAft>
                <a:spcPts val="0"/>
              </a:spcAft>
              <a:buClr>
                <a:schemeClr val="dk1"/>
              </a:buClr>
              <a:buSzPts val="1100"/>
              <a:buFont typeface="Arial"/>
              <a:buNone/>
            </a:pPr>
            <a:r>
              <a:t/>
            </a:r>
            <a:endParaRPr sz="1700">
              <a:solidFill>
                <a:schemeClr val="dk1"/>
              </a:solidFill>
              <a:latin typeface="Times New Roman"/>
              <a:ea typeface="Times New Roman"/>
              <a:cs typeface="Times New Roman"/>
              <a:sym typeface="Times New Roman"/>
            </a:endParaRPr>
          </a:p>
          <a:p>
            <a:pPr indent="0" lvl="0" marL="0" rtl="0" algn="just">
              <a:lnSpc>
                <a:spcPct val="150000"/>
              </a:lnSpc>
              <a:spcBef>
                <a:spcPts val="1000"/>
              </a:spcBef>
              <a:spcAft>
                <a:spcPts val="0"/>
              </a:spcAft>
              <a:buClr>
                <a:schemeClr val="accent6"/>
              </a:buClr>
              <a:buSzPts val="1400"/>
              <a:buNone/>
            </a:pPr>
            <a:r>
              <a:t/>
            </a:r>
            <a:endParaRPr sz="18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
          <p:cNvSpPr txBox="1"/>
          <p:nvPr>
            <p:ph idx="1" type="body"/>
          </p:nvPr>
        </p:nvSpPr>
        <p:spPr>
          <a:xfrm>
            <a:off x="280414" y="964927"/>
            <a:ext cx="11588400" cy="52233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lnSpc>
                <a:spcPct val="115000"/>
              </a:lnSpc>
              <a:spcBef>
                <a:spcPts val="1200"/>
              </a:spcBef>
              <a:spcAft>
                <a:spcPts val="0"/>
              </a:spcAft>
              <a:buClr>
                <a:schemeClr val="dk1"/>
              </a:buClr>
              <a:buSzPts val="1100"/>
              <a:buNone/>
            </a:pPr>
            <a:r>
              <a:rPr lang="en-US" sz="1600">
                <a:solidFill>
                  <a:schemeClr val="dk1"/>
                </a:solidFill>
                <a:latin typeface="Arial"/>
                <a:ea typeface="Arial"/>
                <a:cs typeface="Arial"/>
                <a:sym typeface="Arial"/>
              </a:rPr>
              <a:t>On solving the Vehicle Routing Problem (VRP) using quantum computing has explored various algorithms aimed at improving scalability, adaptability, and efficiency. Early studies used </a:t>
            </a:r>
            <a:r>
              <a:rPr b="1" lang="en-US" sz="1600">
                <a:solidFill>
                  <a:schemeClr val="dk1"/>
                </a:solidFill>
                <a:latin typeface="Arial"/>
                <a:ea typeface="Arial"/>
                <a:cs typeface="Arial"/>
                <a:sym typeface="Arial"/>
              </a:rPr>
              <a:t>Quantum Annealing (QA)</a:t>
            </a:r>
            <a:r>
              <a:rPr lang="en-US" sz="1600">
                <a:solidFill>
                  <a:schemeClr val="dk1"/>
                </a:solidFill>
                <a:latin typeface="Arial"/>
                <a:ea typeface="Arial"/>
                <a:cs typeface="Arial"/>
                <a:sym typeface="Arial"/>
              </a:rPr>
              <a:t> on D-Wave systems to map small VRP instances, demonstrating feasibility but facing </a:t>
            </a:r>
            <a:r>
              <a:rPr b="1" lang="en-US" sz="1600">
                <a:solidFill>
                  <a:schemeClr val="dk1"/>
                </a:solidFill>
                <a:latin typeface="Arial"/>
                <a:ea typeface="Arial"/>
                <a:cs typeface="Arial"/>
                <a:sym typeface="Arial"/>
              </a:rPr>
              <a:t>hardware and scalability limits</a:t>
            </a:r>
            <a:r>
              <a:rPr lang="en-US" sz="1600">
                <a:solidFill>
                  <a:schemeClr val="dk1"/>
                </a:solidFill>
                <a:latin typeface="Arial"/>
                <a:ea typeface="Arial"/>
                <a:cs typeface="Arial"/>
                <a:sym typeface="Arial"/>
              </a:rPr>
              <a:t>. Later, </a:t>
            </a:r>
            <a:r>
              <a:rPr b="1" lang="en-US" sz="1600">
                <a:solidFill>
                  <a:schemeClr val="dk1"/>
                </a:solidFill>
                <a:latin typeface="Arial"/>
                <a:ea typeface="Arial"/>
                <a:cs typeface="Arial"/>
                <a:sym typeface="Arial"/>
              </a:rPr>
              <a:t>QAOA-based approaches</a:t>
            </a:r>
            <a:r>
              <a:rPr lang="en-US" sz="1600">
                <a:solidFill>
                  <a:schemeClr val="dk1"/>
                </a:solidFill>
                <a:latin typeface="Arial"/>
                <a:ea typeface="Arial"/>
                <a:cs typeface="Arial"/>
                <a:sym typeface="Arial"/>
              </a:rPr>
              <a:t> achieved competitive results on small datasets but were constrained by </a:t>
            </a:r>
            <a:r>
              <a:rPr b="1" lang="en-US" sz="1600">
                <a:solidFill>
                  <a:schemeClr val="dk1"/>
                </a:solidFill>
                <a:latin typeface="Arial"/>
                <a:ea typeface="Arial"/>
                <a:cs typeface="Arial"/>
                <a:sym typeface="Arial"/>
              </a:rPr>
              <a:t>circuit depth, noise, and parameter sensitivity</a:t>
            </a:r>
            <a:r>
              <a:rPr lang="en-US" sz="1600">
                <a:solidFill>
                  <a:schemeClr val="dk1"/>
                </a:solidFill>
                <a:latin typeface="Arial"/>
                <a:ea typeface="Arial"/>
                <a:cs typeface="Arial"/>
                <a:sym typeface="Arial"/>
              </a:rPr>
              <a:t>. Hybrid methods such as </a:t>
            </a:r>
            <a:r>
              <a:rPr b="1" lang="en-US" sz="1600">
                <a:solidFill>
                  <a:schemeClr val="dk1"/>
                </a:solidFill>
                <a:latin typeface="Arial"/>
                <a:ea typeface="Arial"/>
                <a:cs typeface="Arial"/>
                <a:sym typeface="Arial"/>
              </a:rPr>
              <a:t>Hybrid Quantum Tabu Search (HQTS)</a:t>
            </a:r>
            <a:r>
              <a:rPr lang="en-US" sz="1600">
                <a:solidFill>
                  <a:schemeClr val="dk1"/>
                </a:solidFill>
                <a:latin typeface="Arial"/>
                <a:ea typeface="Arial"/>
                <a:cs typeface="Arial"/>
                <a:sym typeface="Arial"/>
              </a:rPr>
              <a:t> and </a:t>
            </a:r>
            <a:r>
              <a:rPr b="1" lang="en-US" sz="1600">
                <a:solidFill>
                  <a:schemeClr val="dk1"/>
                </a:solidFill>
                <a:latin typeface="Arial"/>
                <a:ea typeface="Arial"/>
                <a:cs typeface="Arial"/>
                <a:sym typeface="Arial"/>
              </a:rPr>
              <a:t>Column Generation-based QAOA</a:t>
            </a:r>
            <a:r>
              <a:rPr lang="en-US" sz="1600">
                <a:solidFill>
                  <a:schemeClr val="dk1"/>
                </a:solidFill>
                <a:latin typeface="Arial"/>
                <a:ea typeface="Arial"/>
                <a:cs typeface="Arial"/>
                <a:sym typeface="Arial"/>
              </a:rPr>
              <a:t> improved convergence and resource efficiency but relied heavily on fine-tuned parameters. Other works involving </a:t>
            </a:r>
            <a:r>
              <a:rPr b="1" lang="en-US" sz="1600">
                <a:solidFill>
                  <a:schemeClr val="dk1"/>
                </a:solidFill>
                <a:latin typeface="Arial"/>
                <a:ea typeface="Arial"/>
                <a:cs typeface="Arial"/>
                <a:sym typeface="Arial"/>
              </a:rPr>
              <a:t>Quantum Walk Optimization (QWOA)</a:t>
            </a:r>
            <a:r>
              <a:rPr lang="en-US" sz="1600">
                <a:solidFill>
                  <a:schemeClr val="dk1"/>
                </a:solidFill>
                <a:latin typeface="Arial"/>
                <a:ea typeface="Arial"/>
                <a:cs typeface="Arial"/>
                <a:sym typeface="Arial"/>
              </a:rPr>
              <a:t> and </a:t>
            </a:r>
            <a:r>
              <a:rPr b="1" lang="en-US" sz="1600">
                <a:solidFill>
                  <a:schemeClr val="dk1"/>
                </a:solidFill>
                <a:latin typeface="Arial"/>
                <a:ea typeface="Arial"/>
                <a:cs typeface="Arial"/>
                <a:sym typeface="Arial"/>
              </a:rPr>
              <a:t>Quantum Machine Learning (QML)</a:t>
            </a:r>
            <a:r>
              <a:rPr lang="en-US" sz="1600">
                <a:solidFill>
                  <a:schemeClr val="dk1"/>
                </a:solidFill>
                <a:latin typeface="Arial"/>
                <a:ea typeface="Arial"/>
                <a:cs typeface="Arial"/>
                <a:sym typeface="Arial"/>
              </a:rPr>
              <a:t>—like </a:t>
            </a:r>
            <a:r>
              <a:rPr b="1" lang="en-US" sz="1600">
                <a:solidFill>
                  <a:schemeClr val="dk1"/>
                </a:solidFill>
                <a:latin typeface="Arial"/>
                <a:ea typeface="Arial"/>
                <a:cs typeface="Arial"/>
                <a:sym typeface="Arial"/>
              </a:rPr>
              <a:t>Quantum Neural Networks (QNNs)</a:t>
            </a:r>
            <a:r>
              <a:rPr lang="en-US" sz="1600">
                <a:solidFill>
                  <a:schemeClr val="dk1"/>
                </a:solidFill>
                <a:latin typeface="Arial"/>
                <a:ea typeface="Arial"/>
                <a:cs typeface="Arial"/>
                <a:sym typeface="Arial"/>
              </a:rPr>
              <a:t> and </a:t>
            </a:r>
            <a:r>
              <a:rPr b="1" lang="en-US" sz="1600">
                <a:solidFill>
                  <a:schemeClr val="dk1"/>
                </a:solidFill>
                <a:latin typeface="Arial"/>
                <a:ea typeface="Arial"/>
                <a:cs typeface="Arial"/>
                <a:sym typeface="Arial"/>
              </a:rPr>
              <a:t>Quantum Support Vector Machines (QSVMs)</a:t>
            </a:r>
            <a:r>
              <a:rPr lang="en-US" sz="1600">
                <a:solidFill>
                  <a:schemeClr val="dk1"/>
                </a:solidFill>
                <a:latin typeface="Arial"/>
                <a:ea typeface="Arial"/>
                <a:cs typeface="Arial"/>
                <a:sym typeface="Arial"/>
              </a:rPr>
              <a:t>—showed potential but struggled with </a:t>
            </a:r>
            <a:r>
              <a:rPr b="1" lang="en-US" sz="1600">
                <a:solidFill>
                  <a:schemeClr val="dk1"/>
                </a:solidFill>
                <a:latin typeface="Arial"/>
                <a:ea typeface="Arial"/>
                <a:cs typeface="Arial"/>
                <a:sym typeface="Arial"/>
              </a:rPr>
              <a:t>noise resilience</a:t>
            </a:r>
            <a:r>
              <a:rPr lang="en-US" sz="1600">
                <a:solidFill>
                  <a:schemeClr val="dk1"/>
                </a:solidFill>
                <a:latin typeface="Arial"/>
                <a:ea typeface="Arial"/>
                <a:cs typeface="Arial"/>
                <a:sym typeface="Arial"/>
              </a:rPr>
              <a:t> and </a:t>
            </a:r>
            <a:r>
              <a:rPr b="1" lang="en-US" sz="1600">
                <a:solidFill>
                  <a:schemeClr val="dk1"/>
                </a:solidFill>
                <a:latin typeface="Arial"/>
                <a:ea typeface="Arial"/>
                <a:cs typeface="Arial"/>
                <a:sym typeface="Arial"/>
              </a:rPr>
              <a:t>limited scalability</a:t>
            </a:r>
            <a:r>
              <a:rPr lang="en-US" sz="1600">
                <a:solidFill>
                  <a:schemeClr val="dk1"/>
                </a:solidFill>
                <a:latin typeface="Arial"/>
                <a:ea typeface="Arial"/>
                <a:cs typeface="Arial"/>
                <a:sym typeface="Arial"/>
              </a:rPr>
              <a:t>. Overall, while QA, QAOA, and hybrid techniques advanced quantum optimization, most still treat VRP as a </a:t>
            </a:r>
            <a:r>
              <a:rPr b="1" lang="en-US" sz="1600">
                <a:solidFill>
                  <a:schemeClr val="dk1"/>
                </a:solidFill>
                <a:latin typeface="Arial"/>
                <a:ea typeface="Arial"/>
                <a:cs typeface="Arial"/>
                <a:sym typeface="Arial"/>
              </a:rPr>
              <a:t>static problem</a:t>
            </a:r>
            <a:r>
              <a:rPr lang="en-US" sz="1600">
                <a:solidFill>
                  <a:schemeClr val="dk1"/>
                </a:solidFill>
                <a:latin typeface="Arial"/>
                <a:ea typeface="Arial"/>
                <a:cs typeface="Arial"/>
                <a:sym typeface="Arial"/>
              </a:rPr>
              <a:t>. This limitation has motivated the development of </a:t>
            </a:r>
            <a:r>
              <a:rPr b="1" lang="en-US" sz="1600">
                <a:solidFill>
                  <a:schemeClr val="dk1"/>
                </a:solidFill>
                <a:latin typeface="Arial"/>
                <a:ea typeface="Arial"/>
                <a:cs typeface="Arial"/>
                <a:sym typeface="Arial"/>
              </a:rPr>
              <a:t>Quantum Reinforcement Learning (QRL)</a:t>
            </a:r>
            <a:r>
              <a:rPr lang="en-US" sz="1600">
                <a:solidFill>
                  <a:schemeClr val="dk1"/>
                </a:solidFill>
                <a:latin typeface="Arial"/>
                <a:ea typeface="Arial"/>
                <a:cs typeface="Arial"/>
                <a:sym typeface="Arial"/>
              </a:rPr>
              <a:t>, which introduces </a:t>
            </a:r>
            <a:r>
              <a:rPr b="1" lang="en-US" sz="1600">
                <a:solidFill>
                  <a:schemeClr val="dk1"/>
                </a:solidFill>
                <a:latin typeface="Arial"/>
                <a:ea typeface="Arial"/>
                <a:cs typeface="Arial"/>
                <a:sym typeface="Arial"/>
              </a:rPr>
              <a:t>adaptivity, feedback, and reusability</a:t>
            </a:r>
            <a:r>
              <a:rPr lang="en-US" sz="1600">
                <a:solidFill>
                  <a:schemeClr val="dk1"/>
                </a:solidFill>
                <a:latin typeface="Arial"/>
                <a:ea typeface="Arial"/>
                <a:cs typeface="Arial"/>
                <a:sym typeface="Arial"/>
              </a:rPr>
              <a:t>, enabling dynamic optimization and generalization across diverse routing environments.</a:t>
            </a:r>
            <a:endParaRPr sz="2100">
              <a:latin typeface="Times New Roman"/>
              <a:ea typeface="Times New Roman"/>
              <a:cs typeface="Times New Roman"/>
              <a:sym typeface="Times New Roman"/>
            </a:endParaRPr>
          </a:p>
          <a:p>
            <a:pPr indent="0" lvl="0" marL="0" rtl="0" algn="l">
              <a:lnSpc>
                <a:spcPct val="115000"/>
              </a:lnSpc>
              <a:spcBef>
                <a:spcPts val="1200"/>
              </a:spcBef>
              <a:spcAft>
                <a:spcPts val="1200"/>
              </a:spcAft>
              <a:buClr>
                <a:schemeClr val="dk1"/>
              </a:buClr>
              <a:buSzPts val="1100"/>
              <a:buNone/>
            </a:pPr>
            <a:r>
              <a:t/>
            </a:r>
            <a:endParaRPr sz="1600">
              <a:latin typeface="Times New Roman"/>
              <a:ea typeface="Times New Roman"/>
              <a:cs typeface="Times New Roman"/>
              <a:sym typeface="Times New Roman"/>
            </a:endParaRPr>
          </a:p>
        </p:txBody>
      </p:sp>
      <p:sp>
        <p:nvSpPr>
          <p:cNvPr id="300" name="Google Shape;300;p5"/>
          <p:cNvSpPr txBox="1"/>
          <p:nvPr>
            <p:ph type="title"/>
          </p:nvPr>
        </p:nvSpPr>
        <p:spPr>
          <a:xfrm>
            <a:off x="280414" y="100509"/>
            <a:ext cx="5693664" cy="768096"/>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BB2529"/>
              </a:buClr>
              <a:buSzPts val="3600"/>
              <a:buFont typeface="Arial Black"/>
              <a:buNone/>
            </a:pPr>
            <a:r>
              <a:rPr lang="en-US" sz="3600" cap="none">
                <a:solidFill>
                  <a:srgbClr val="BB2529"/>
                </a:solidFill>
              </a:rPr>
              <a:t>Literature Review</a:t>
            </a:r>
            <a:endParaRPr sz="3600" cap="none">
              <a:solidFill>
                <a:srgbClr val="BB2529"/>
              </a:solidFill>
            </a:endParaRPr>
          </a:p>
        </p:txBody>
      </p:sp>
      <p:sp>
        <p:nvSpPr>
          <p:cNvPr id="301" name="Google Shape;301;p5"/>
          <p:cNvSpPr txBox="1"/>
          <p:nvPr/>
        </p:nvSpPr>
        <p:spPr>
          <a:xfrm>
            <a:off x="2571075" y="4460408"/>
            <a:ext cx="7213200" cy="687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1200"/>
              </a:spcAft>
              <a:buClr>
                <a:srgbClr val="000000"/>
              </a:buClr>
              <a:buSzPts val="1100"/>
              <a:buFont typeface="Arial"/>
              <a:buNone/>
            </a:pPr>
            <a:r>
              <a:rPr lang="en-US" sz="1800" u="sng">
                <a:solidFill>
                  <a:schemeClr val="hlink"/>
                </a:solidFill>
                <a:hlinkClick r:id="rId3"/>
              </a:rPr>
              <a:t>https://docs.google.com/document/d/1ewo188PYPoNUoSJzKUjSzUI0dWPJSsM3p2jmygZglFQ/edit?tab=t.0</a:t>
            </a:r>
            <a:endParaRPr b="1" i="0" sz="1800" u="none" cap="none" strike="noStrike">
              <a:solidFill>
                <a:schemeClr val="dk1"/>
              </a:solidFill>
              <a:latin typeface="EB Garamond"/>
              <a:ea typeface="EB Garamond"/>
              <a:cs typeface="EB Garamond"/>
              <a:sym typeface="EB Garamo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
          <p:cNvSpPr txBox="1"/>
          <p:nvPr>
            <p:ph idx="1" type="body"/>
          </p:nvPr>
        </p:nvSpPr>
        <p:spPr>
          <a:xfrm>
            <a:off x="3573050" y="498775"/>
            <a:ext cx="8439300" cy="47247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just">
              <a:lnSpc>
                <a:spcPct val="200000"/>
              </a:lnSpc>
              <a:spcBef>
                <a:spcPts val="0"/>
              </a:spcBef>
              <a:spcAft>
                <a:spcPts val="0"/>
              </a:spcAft>
              <a:buClr>
                <a:srgbClr val="BB2529"/>
              </a:buClr>
              <a:buSzPct val="43127"/>
              <a:buNone/>
            </a:pPr>
            <a:r>
              <a:rPr b="1" lang="en-US" sz="6492">
                <a:solidFill>
                  <a:srgbClr val="BB2529"/>
                </a:solidFill>
              </a:rPr>
              <a:t>Project Objectives &amp; Plan</a:t>
            </a:r>
            <a:endParaRPr b="1" sz="5636">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ct val="100000"/>
              <a:buChar char="●"/>
            </a:pPr>
            <a:r>
              <a:rPr lang="en-US" sz="6000">
                <a:solidFill>
                  <a:schemeClr val="dk1"/>
                </a:solidFill>
                <a:latin typeface="Arial"/>
                <a:ea typeface="Arial"/>
                <a:cs typeface="Arial"/>
                <a:sym typeface="Arial"/>
              </a:rPr>
              <a:t>Develop a </a:t>
            </a:r>
            <a:r>
              <a:rPr b="1" lang="en-US" sz="6000">
                <a:solidFill>
                  <a:schemeClr val="dk1"/>
                </a:solidFill>
                <a:latin typeface="Arial"/>
                <a:ea typeface="Arial"/>
                <a:cs typeface="Arial"/>
                <a:sym typeface="Arial"/>
              </a:rPr>
              <a:t>Quantum Reinforcement Learning (QRL)</a:t>
            </a:r>
            <a:r>
              <a:rPr lang="en-US" sz="6000">
                <a:solidFill>
                  <a:schemeClr val="dk1"/>
                </a:solidFill>
                <a:latin typeface="Arial"/>
                <a:ea typeface="Arial"/>
                <a:cs typeface="Arial"/>
                <a:sym typeface="Arial"/>
              </a:rPr>
              <a:t> framework to solve the </a:t>
            </a:r>
            <a:r>
              <a:rPr b="1" lang="en-US" sz="6000">
                <a:solidFill>
                  <a:schemeClr val="dk1"/>
                </a:solidFill>
                <a:latin typeface="Arial"/>
                <a:ea typeface="Arial"/>
                <a:cs typeface="Arial"/>
                <a:sym typeface="Arial"/>
              </a:rPr>
              <a:t>Vehicle Routing Problem (VRP)</a:t>
            </a:r>
            <a:r>
              <a:rPr lang="en-US" sz="6000">
                <a:solidFill>
                  <a:schemeClr val="dk1"/>
                </a:solidFill>
                <a:latin typeface="Arial"/>
                <a:ea typeface="Arial"/>
                <a:cs typeface="Arial"/>
                <a:sym typeface="Arial"/>
              </a:rPr>
              <a:t> efficiently.</a:t>
            </a:r>
            <a:br>
              <a:rPr lang="en-US" sz="6000">
                <a:solidFill>
                  <a:schemeClr val="dk1"/>
                </a:solidFill>
                <a:latin typeface="Arial"/>
                <a:ea typeface="Arial"/>
                <a:cs typeface="Arial"/>
                <a:sym typeface="Arial"/>
              </a:rPr>
            </a:br>
            <a:endParaRPr sz="60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ct val="100000"/>
              <a:buChar char="●"/>
            </a:pPr>
            <a:r>
              <a:rPr lang="en-US" sz="6000">
                <a:solidFill>
                  <a:schemeClr val="dk1"/>
                </a:solidFill>
                <a:latin typeface="Arial"/>
                <a:ea typeface="Arial"/>
                <a:cs typeface="Arial"/>
                <a:sym typeface="Arial"/>
              </a:rPr>
              <a:t>Overcome the </a:t>
            </a:r>
            <a:r>
              <a:rPr b="1" lang="en-US" sz="6000">
                <a:solidFill>
                  <a:schemeClr val="dk1"/>
                </a:solidFill>
                <a:latin typeface="Arial"/>
                <a:ea typeface="Arial"/>
                <a:cs typeface="Arial"/>
                <a:sym typeface="Arial"/>
              </a:rPr>
              <a:t>limitations</a:t>
            </a:r>
            <a:r>
              <a:rPr lang="en-US" sz="6000">
                <a:solidFill>
                  <a:schemeClr val="dk1"/>
                </a:solidFill>
                <a:latin typeface="Arial"/>
                <a:ea typeface="Arial"/>
                <a:cs typeface="Arial"/>
                <a:sym typeface="Arial"/>
              </a:rPr>
              <a:t> of static quantum algorithms like Grover’s and QAOA by introducing </a:t>
            </a:r>
            <a:r>
              <a:rPr b="1" lang="en-US" sz="6000">
                <a:solidFill>
                  <a:schemeClr val="dk1"/>
                </a:solidFill>
                <a:latin typeface="Arial"/>
                <a:ea typeface="Arial"/>
                <a:cs typeface="Arial"/>
                <a:sym typeface="Arial"/>
              </a:rPr>
              <a:t>adaptive learning</a:t>
            </a:r>
            <a:r>
              <a:rPr lang="en-US" sz="6000">
                <a:solidFill>
                  <a:schemeClr val="dk1"/>
                </a:solidFill>
                <a:latin typeface="Arial"/>
                <a:ea typeface="Arial"/>
                <a:cs typeface="Arial"/>
                <a:sym typeface="Arial"/>
              </a:rPr>
              <a:t>.</a:t>
            </a:r>
            <a:br>
              <a:rPr lang="en-US" sz="6000">
                <a:solidFill>
                  <a:schemeClr val="dk1"/>
                </a:solidFill>
                <a:latin typeface="Arial"/>
                <a:ea typeface="Arial"/>
                <a:cs typeface="Arial"/>
                <a:sym typeface="Arial"/>
              </a:rPr>
            </a:br>
            <a:endParaRPr sz="60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ct val="100000"/>
              <a:buChar char="●"/>
            </a:pPr>
            <a:r>
              <a:rPr lang="en-US" sz="6000">
                <a:solidFill>
                  <a:schemeClr val="dk1"/>
                </a:solidFill>
                <a:latin typeface="Arial"/>
                <a:ea typeface="Arial"/>
                <a:cs typeface="Arial"/>
                <a:sym typeface="Arial"/>
              </a:rPr>
              <a:t>Use </a:t>
            </a:r>
            <a:r>
              <a:rPr b="1" lang="en-US" sz="6000">
                <a:solidFill>
                  <a:schemeClr val="dk1"/>
                </a:solidFill>
                <a:latin typeface="Arial"/>
                <a:ea typeface="Arial"/>
                <a:cs typeface="Arial"/>
                <a:sym typeface="Arial"/>
              </a:rPr>
              <a:t>quantum superposition</a:t>
            </a:r>
            <a:r>
              <a:rPr lang="en-US" sz="6000">
                <a:solidFill>
                  <a:schemeClr val="dk1"/>
                </a:solidFill>
                <a:latin typeface="Arial"/>
                <a:ea typeface="Arial"/>
                <a:cs typeface="Arial"/>
                <a:sym typeface="Arial"/>
              </a:rPr>
              <a:t> for faster exploration and </a:t>
            </a:r>
            <a:r>
              <a:rPr b="1" lang="en-US" sz="6000">
                <a:solidFill>
                  <a:schemeClr val="dk1"/>
                </a:solidFill>
                <a:latin typeface="Arial"/>
                <a:ea typeface="Arial"/>
                <a:cs typeface="Arial"/>
                <a:sym typeface="Arial"/>
              </a:rPr>
              <a:t>real-time adaptability</a:t>
            </a:r>
            <a:r>
              <a:rPr lang="en-US" sz="6000">
                <a:solidFill>
                  <a:schemeClr val="dk1"/>
                </a:solidFill>
                <a:latin typeface="Arial"/>
                <a:ea typeface="Arial"/>
                <a:cs typeface="Arial"/>
                <a:sym typeface="Arial"/>
              </a:rPr>
              <a:t> to changing demands and traffic.</a:t>
            </a:r>
            <a:br>
              <a:rPr lang="en-US" sz="6000">
                <a:solidFill>
                  <a:schemeClr val="dk1"/>
                </a:solidFill>
                <a:latin typeface="Arial"/>
                <a:ea typeface="Arial"/>
                <a:cs typeface="Arial"/>
                <a:sym typeface="Arial"/>
              </a:rPr>
            </a:br>
            <a:endParaRPr sz="60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ct val="100000"/>
              <a:buChar char="●"/>
            </a:pPr>
            <a:r>
              <a:rPr lang="en-US" sz="6000">
                <a:solidFill>
                  <a:schemeClr val="dk1"/>
                </a:solidFill>
                <a:latin typeface="Arial"/>
                <a:ea typeface="Arial"/>
                <a:cs typeface="Arial"/>
                <a:sym typeface="Arial"/>
              </a:rPr>
              <a:t>Ensure </a:t>
            </a:r>
            <a:r>
              <a:rPr b="1" lang="en-US" sz="6000">
                <a:solidFill>
                  <a:schemeClr val="dk1"/>
                </a:solidFill>
                <a:latin typeface="Arial"/>
                <a:ea typeface="Arial"/>
                <a:cs typeface="Arial"/>
                <a:sym typeface="Arial"/>
              </a:rPr>
              <a:t>scalability, flexibility, and reusability</a:t>
            </a:r>
            <a:r>
              <a:rPr lang="en-US" sz="6000">
                <a:solidFill>
                  <a:schemeClr val="dk1"/>
                </a:solidFill>
                <a:latin typeface="Arial"/>
                <a:ea typeface="Arial"/>
                <a:cs typeface="Arial"/>
                <a:sym typeface="Arial"/>
              </a:rPr>
              <a:t> across different VRP scenarios.</a:t>
            </a:r>
            <a:br>
              <a:rPr lang="en-US" sz="6000">
                <a:solidFill>
                  <a:schemeClr val="dk1"/>
                </a:solidFill>
                <a:latin typeface="Arial"/>
                <a:ea typeface="Arial"/>
                <a:cs typeface="Arial"/>
                <a:sym typeface="Arial"/>
              </a:rPr>
            </a:br>
            <a:endParaRPr sz="60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ct val="100000"/>
              <a:buChar char="●"/>
            </a:pPr>
            <a:r>
              <a:rPr lang="en-US" sz="6000">
                <a:solidFill>
                  <a:schemeClr val="dk1"/>
                </a:solidFill>
                <a:latin typeface="Arial"/>
                <a:ea typeface="Arial"/>
                <a:cs typeface="Arial"/>
                <a:sym typeface="Arial"/>
              </a:rPr>
              <a:t>Conduct a </a:t>
            </a:r>
            <a:r>
              <a:rPr b="1" lang="en-US" sz="6000">
                <a:solidFill>
                  <a:schemeClr val="dk1"/>
                </a:solidFill>
                <a:latin typeface="Arial"/>
                <a:ea typeface="Arial"/>
                <a:cs typeface="Arial"/>
                <a:sym typeface="Arial"/>
              </a:rPr>
              <a:t>literature review</a:t>
            </a:r>
            <a:r>
              <a:rPr lang="en-US" sz="6000">
                <a:solidFill>
                  <a:schemeClr val="dk1"/>
                </a:solidFill>
                <a:latin typeface="Arial"/>
                <a:ea typeface="Arial"/>
                <a:cs typeface="Arial"/>
                <a:sym typeface="Arial"/>
              </a:rPr>
              <a:t>, implement </a:t>
            </a:r>
            <a:r>
              <a:rPr b="1" lang="en-US" sz="6000">
                <a:solidFill>
                  <a:schemeClr val="dk1"/>
                </a:solidFill>
                <a:latin typeface="Arial"/>
                <a:ea typeface="Arial"/>
                <a:cs typeface="Arial"/>
                <a:sym typeface="Arial"/>
              </a:rPr>
              <a:t>Grover Adaptive Search (GAS)</a:t>
            </a:r>
            <a:r>
              <a:rPr lang="en-US" sz="6000">
                <a:solidFill>
                  <a:schemeClr val="dk1"/>
                </a:solidFill>
                <a:latin typeface="Arial"/>
                <a:ea typeface="Arial"/>
                <a:cs typeface="Arial"/>
                <a:sym typeface="Arial"/>
              </a:rPr>
              <a:t> as a baseline, and design a </a:t>
            </a:r>
            <a:r>
              <a:rPr b="1" lang="en-US" sz="6000">
                <a:solidFill>
                  <a:schemeClr val="dk1"/>
                </a:solidFill>
                <a:latin typeface="Arial"/>
                <a:ea typeface="Arial"/>
                <a:cs typeface="Arial"/>
                <a:sym typeface="Arial"/>
              </a:rPr>
              <a:t>QRL agent</a:t>
            </a:r>
            <a:r>
              <a:rPr lang="en-US" sz="6000">
                <a:solidFill>
                  <a:schemeClr val="dk1"/>
                </a:solidFill>
                <a:latin typeface="Arial"/>
                <a:ea typeface="Arial"/>
                <a:cs typeface="Arial"/>
                <a:sym typeface="Arial"/>
              </a:rPr>
              <a:t> using hybrid quantum-classical training.</a:t>
            </a:r>
            <a:br>
              <a:rPr lang="en-US" sz="6000">
                <a:solidFill>
                  <a:schemeClr val="dk1"/>
                </a:solidFill>
                <a:latin typeface="Arial"/>
                <a:ea typeface="Arial"/>
                <a:cs typeface="Arial"/>
                <a:sym typeface="Arial"/>
              </a:rPr>
            </a:br>
            <a:endParaRPr sz="60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ct val="100000"/>
              <a:buChar char="●"/>
            </a:pPr>
            <a:r>
              <a:rPr b="1" lang="en-US" sz="6000">
                <a:solidFill>
                  <a:schemeClr val="dk1"/>
                </a:solidFill>
                <a:latin typeface="Arial"/>
                <a:ea typeface="Arial"/>
                <a:cs typeface="Arial"/>
                <a:sym typeface="Arial"/>
              </a:rPr>
              <a:t>Test, compare, and analyze</a:t>
            </a:r>
            <a:r>
              <a:rPr lang="en-US" sz="6000">
                <a:solidFill>
                  <a:schemeClr val="dk1"/>
                </a:solidFill>
                <a:latin typeface="Arial"/>
                <a:ea typeface="Arial"/>
                <a:cs typeface="Arial"/>
                <a:sym typeface="Arial"/>
              </a:rPr>
              <a:t> the performance of QRL vs. GAS based on efficiency, scalability and adaptability.</a:t>
            </a:r>
            <a:br>
              <a:rPr lang="en-US" sz="6000">
                <a:solidFill>
                  <a:schemeClr val="dk1"/>
                </a:solidFill>
                <a:latin typeface="Arial"/>
                <a:ea typeface="Arial"/>
                <a:cs typeface="Arial"/>
                <a:sym typeface="Arial"/>
              </a:rPr>
            </a:br>
            <a:endParaRPr sz="6000">
              <a:solidFill>
                <a:schemeClr val="dk1"/>
              </a:solidFill>
              <a:latin typeface="Arial"/>
              <a:ea typeface="Arial"/>
              <a:cs typeface="Arial"/>
              <a:sym typeface="Arial"/>
            </a:endParaRPr>
          </a:p>
          <a:p>
            <a:pPr indent="-304800" lvl="0" marL="457200" rtl="0" algn="l">
              <a:lnSpc>
                <a:spcPct val="115000"/>
              </a:lnSpc>
              <a:spcBef>
                <a:spcPts val="0"/>
              </a:spcBef>
              <a:spcAft>
                <a:spcPts val="0"/>
              </a:spcAft>
              <a:buClr>
                <a:schemeClr val="dk1"/>
              </a:buClr>
              <a:buSzPct val="80000"/>
              <a:buChar char="●"/>
            </a:pPr>
            <a:r>
              <a:rPr lang="en-US" sz="6000">
                <a:solidFill>
                  <a:schemeClr val="dk1"/>
                </a:solidFill>
                <a:latin typeface="Arial"/>
                <a:ea typeface="Arial"/>
                <a:cs typeface="Arial"/>
                <a:sym typeface="Arial"/>
              </a:rPr>
              <a:t>Conclude with </a:t>
            </a:r>
            <a:r>
              <a:rPr b="1" lang="en-US" sz="6000">
                <a:solidFill>
                  <a:schemeClr val="dk1"/>
                </a:solidFill>
                <a:latin typeface="Arial"/>
                <a:ea typeface="Arial"/>
                <a:cs typeface="Arial"/>
                <a:sym typeface="Arial"/>
              </a:rPr>
              <a:t>future improvements</a:t>
            </a:r>
            <a:r>
              <a:rPr lang="en-US" sz="6000">
                <a:solidFill>
                  <a:schemeClr val="dk1"/>
                </a:solidFill>
                <a:latin typeface="Arial"/>
                <a:ea typeface="Arial"/>
                <a:cs typeface="Arial"/>
                <a:sym typeface="Arial"/>
              </a:rPr>
              <a:t> for real-world quantum logistics applications.</a:t>
            </a:r>
            <a:br>
              <a:rPr lang="en-US" sz="4800">
                <a:solidFill>
                  <a:schemeClr val="dk1"/>
                </a:solidFill>
                <a:latin typeface="Arial"/>
                <a:ea typeface="Arial"/>
                <a:cs typeface="Arial"/>
                <a:sym typeface="Arial"/>
              </a:rPr>
            </a:br>
            <a:endParaRPr sz="4800">
              <a:solidFill>
                <a:schemeClr val="dk1"/>
              </a:solidFill>
              <a:latin typeface="Arial"/>
              <a:ea typeface="Arial"/>
              <a:cs typeface="Arial"/>
              <a:sym typeface="Arial"/>
            </a:endParaRPr>
          </a:p>
          <a:p>
            <a:pPr indent="0" lvl="0" marL="0" rtl="0" algn="just">
              <a:lnSpc>
                <a:spcPct val="200000"/>
              </a:lnSpc>
              <a:spcBef>
                <a:spcPts val="1200"/>
              </a:spcBef>
              <a:spcAft>
                <a:spcPts val="0"/>
              </a:spcAft>
              <a:buNone/>
            </a:pPr>
            <a:r>
              <a:t/>
            </a:r>
            <a:endParaRPr sz="2274">
              <a:solidFill>
                <a:schemeClr val="dk1"/>
              </a:solidFill>
              <a:latin typeface="Times New Roman"/>
              <a:ea typeface="Times New Roman"/>
              <a:cs typeface="Times New Roman"/>
              <a:sym typeface="Times New Roman"/>
            </a:endParaRPr>
          </a:p>
          <a:p>
            <a:pPr indent="0" lvl="0" marL="0" rtl="0" algn="just">
              <a:lnSpc>
                <a:spcPct val="200000"/>
              </a:lnSpc>
              <a:spcBef>
                <a:spcPts val="360"/>
              </a:spcBef>
              <a:spcAft>
                <a:spcPts val="0"/>
              </a:spcAft>
              <a:buNone/>
            </a:pPr>
            <a:r>
              <a:t/>
            </a:r>
            <a:endParaRPr sz="1325">
              <a:solidFill>
                <a:schemeClr val="dk1"/>
              </a:solidFill>
              <a:latin typeface="Arial"/>
              <a:ea typeface="Arial"/>
              <a:cs typeface="Arial"/>
              <a:sym typeface="Arial"/>
            </a:endParaRPr>
          </a:p>
          <a:p>
            <a:pPr indent="0" lvl="0" marL="0" rtl="0" algn="just">
              <a:lnSpc>
                <a:spcPct val="200000"/>
              </a:lnSpc>
              <a:spcBef>
                <a:spcPts val="360"/>
              </a:spcBef>
              <a:spcAft>
                <a:spcPts val="0"/>
              </a:spcAft>
              <a:buClr>
                <a:schemeClr val="accent6"/>
              </a:buClr>
              <a:buSzPct val="100000"/>
              <a:buNone/>
            </a:pPr>
            <a:r>
              <a:t/>
            </a:r>
            <a:endParaRPr/>
          </a:p>
        </p:txBody>
      </p:sp>
      <p:sp>
        <p:nvSpPr>
          <p:cNvPr id="307" name="Google Shape;307;p4"/>
          <p:cNvSpPr txBox="1"/>
          <p:nvPr/>
        </p:nvSpPr>
        <p:spPr>
          <a:xfrm>
            <a:off x="341745" y="498764"/>
            <a:ext cx="2955600" cy="18777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sng" cap="none" strike="noStrike">
                <a:solidFill>
                  <a:srgbClr val="BB2529"/>
                </a:solidFill>
                <a:latin typeface="EB Garamond"/>
                <a:ea typeface="EB Garamond"/>
                <a:cs typeface="EB Garamond"/>
                <a:sym typeface="EB Garamond"/>
              </a:rPr>
              <a:t>Problem Statement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lang="en-US">
                <a:solidFill>
                  <a:srgbClr val="202C8F"/>
                </a:solidFill>
                <a:latin typeface="Times New Roman"/>
                <a:ea typeface="Times New Roman"/>
                <a:cs typeface="Times New Roman"/>
                <a:sym typeface="Times New Roman"/>
              </a:rPr>
              <a:t>The Vehicle Routing Problem (VRP) is NP-hard, where vehicles must serve customers with minimum travel cost under capacity and time constraints. Classical heuristics struggle with scalability, while quantum approaches provide promising alternatives.</a:t>
            </a:r>
            <a:endParaRPr b="0" i="0" sz="1400" u="none" cap="none" strike="noStrike">
              <a:solidFill>
                <a:srgbClr val="202C8F"/>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39c2e7a8fcc_0_12"/>
          <p:cNvSpPr txBox="1"/>
          <p:nvPr>
            <p:ph type="title"/>
          </p:nvPr>
        </p:nvSpPr>
        <p:spPr>
          <a:xfrm>
            <a:off x="535828" y="731406"/>
            <a:ext cx="6766500" cy="768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sz="2700"/>
              <a:t>PROPOSED METHODOLOGY</a:t>
            </a:r>
            <a:endParaRPr sz="2700"/>
          </a:p>
        </p:txBody>
      </p:sp>
      <p:sp>
        <p:nvSpPr>
          <p:cNvPr id="313" name="Google Shape;313;g39c2e7a8fcc_0_12"/>
          <p:cNvSpPr txBox="1"/>
          <p:nvPr>
            <p:ph idx="1" type="body"/>
          </p:nvPr>
        </p:nvSpPr>
        <p:spPr>
          <a:xfrm>
            <a:off x="3655900" y="1524000"/>
            <a:ext cx="8277000" cy="5524500"/>
          </a:xfrm>
          <a:prstGeom prst="rect">
            <a:avLst/>
          </a:prstGeom>
        </p:spPr>
        <p:txBody>
          <a:bodyPr anchorCtr="0" anchor="t" bIns="45700" lIns="91425" spcFirstLastPara="1" rIns="91425" wrap="square" tIns="45700">
            <a:normAutofit fontScale="32500"/>
          </a:bodyPr>
          <a:lstStyle/>
          <a:p>
            <a:pPr indent="0" lvl="0" marL="0" rtl="0" algn="l">
              <a:lnSpc>
                <a:spcPct val="115000"/>
              </a:lnSpc>
              <a:spcBef>
                <a:spcPts val="1400"/>
              </a:spcBef>
              <a:spcAft>
                <a:spcPts val="0"/>
              </a:spcAft>
              <a:buClr>
                <a:schemeClr val="dk1"/>
              </a:buClr>
              <a:buSzPct val="27500"/>
              <a:buFont typeface="Arial"/>
              <a:buNone/>
            </a:pPr>
            <a:r>
              <a:t/>
            </a:r>
            <a:endParaRPr b="1" sz="4000">
              <a:solidFill>
                <a:schemeClr val="dk1"/>
              </a:solidFill>
              <a:latin typeface="Arial"/>
              <a:ea typeface="Arial"/>
              <a:cs typeface="Arial"/>
              <a:sym typeface="Arial"/>
            </a:endParaRPr>
          </a:p>
          <a:p>
            <a:pPr indent="-319563" lvl="0" marL="457200" rtl="0" algn="just">
              <a:lnSpc>
                <a:spcPct val="115000"/>
              </a:lnSpc>
              <a:spcBef>
                <a:spcPts val="1200"/>
              </a:spcBef>
              <a:spcAft>
                <a:spcPts val="0"/>
              </a:spcAft>
              <a:buClr>
                <a:schemeClr val="dk1"/>
              </a:buClr>
              <a:buSzPct val="100000"/>
              <a:buFont typeface="Arial"/>
              <a:buChar char="●"/>
            </a:pPr>
            <a:r>
              <a:rPr b="1" lang="en-US" sz="4407">
                <a:solidFill>
                  <a:schemeClr val="dk1"/>
                </a:solidFill>
                <a:latin typeface="Arial"/>
                <a:ea typeface="Arial"/>
                <a:cs typeface="Arial"/>
                <a:sym typeface="Arial"/>
              </a:rPr>
              <a:t>Hybrid Architecture</a:t>
            </a:r>
            <a:br>
              <a:rPr b="1" lang="en-US" sz="4407">
                <a:solidFill>
                  <a:schemeClr val="dk1"/>
                </a:solidFill>
                <a:latin typeface="Arial"/>
                <a:ea typeface="Arial"/>
                <a:cs typeface="Arial"/>
                <a:sym typeface="Arial"/>
              </a:rPr>
            </a:br>
            <a:r>
              <a:rPr lang="en-US" sz="4407">
                <a:solidFill>
                  <a:schemeClr val="dk1"/>
                </a:solidFill>
                <a:latin typeface="Arial"/>
                <a:ea typeface="Arial"/>
                <a:cs typeface="Arial"/>
                <a:sym typeface="Arial"/>
              </a:rPr>
              <a:t> A quantum-classical reinforcement learning model combining classical embeddings (for vehicles and customers) with quantum circuits to make routing decisions in the Vehicle Routing Problem (VRP).</a:t>
            </a:r>
            <a:endParaRPr sz="4407">
              <a:solidFill>
                <a:schemeClr val="dk1"/>
              </a:solidFill>
              <a:latin typeface="Arial"/>
              <a:ea typeface="Arial"/>
              <a:cs typeface="Arial"/>
              <a:sym typeface="Arial"/>
            </a:endParaRPr>
          </a:p>
          <a:p>
            <a:pPr indent="-319563" lvl="0" marL="457200" rtl="0" algn="just">
              <a:lnSpc>
                <a:spcPct val="115000"/>
              </a:lnSpc>
              <a:spcBef>
                <a:spcPts val="0"/>
              </a:spcBef>
              <a:spcAft>
                <a:spcPts val="0"/>
              </a:spcAft>
              <a:buClr>
                <a:schemeClr val="dk1"/>
              </a:buClr>
              <a:buSzPct val="100000"/>
              <a:buFont typeface="Arial"/>
              <a:buChar char="●"/>
            </a:pPr>
            <a:r>
              <a:rPr b="1" lang="en-US" sz="4407">
                <a:solidFill>
                  <a:schemeClr val="dk1"/>
                </a:solidFill>
                <a:latin typeface="Arial"/>
                <a:ea typeface="Arial"/>
                <a:cs typeface="Arial"/>
                <a:sym typeface="Arial"/>
              </a:rPr>
              <a:t>Classical Embedding + Attention</a:t>
            </a:r>
            <a:br>
              <a:rPr b="1" lang="en-US" sz="4407">
                <a:solidFill>
                  <a:schemeClr val="dk1"/>
                </a:solidFill>
                <a:latin typeface="Arial"/>
                <a:ea typeface="Arial"/>
                <a:cs typeface="Arial"/>
                <a:sym typeface="Arial"/>
              </a:rPr>
            </a:br>
            <a:r>
              <a:rPr lang="en-US" sz="4407">
                <a:solidFill>
                  <a:schemeClr val="dk1"/>
                </a:solidFill>
                <a:latin typeface="Arial"/>
                <a:ea typeface="Arial"/>
                <a:cs typeface="Arial"/>
                <a:sym typeface="Arial"/>
              </a:rPr>
              <a:t> Classical neural layers encode vehicle and customer states. An attention mechanism ranks unvisited customers based on relevance to each vehicle, enabling targeted exploration.</a:t>
            </a:r>
            <a:endParaRPr sz="4407">
              <a:solidFill>
                <a:schemeClr val="dk1"/>
              </a:solidFill>
              <a:latin typeface="Arial"/>
              <a:ea typeface="Arial"/>
              <a:cs typeface="Arial"/>
              <a:sym typeface="Arial"/>
            </a:endParaRPr>
          </a:p>
          <a:p>
            <a:pPr indent="-319563" lvl="0" marL="457200" rtl="0" algn="just">
              <a:lnSpc>
                <a:spcPct val="115000"/>
              </a:lnSpc>
              <a:spcBef>
                <a:spcPts val="0"/>
              </a:spcBef>
              <a:spcAft>
                <a:spcPts val="0"/>
              </a:spcAft>
              <a:buClr>
                <a:schemeClr val="dk1"/>
              </a:buClr>
              <a:buSzPct val="100000"/>
              <a:buFont typeface="Arial"/>
              <a:buChar char="●"/>
            </a:pPr>
            <a:r>
              <a:rPr b="1" lang="en-US" sz="4407">
                <a:solidFill>
                  <a:schemeClr val="dk1"/>
                </a:solidFill>
                <a:latin typeface="Arial"/>
                <a:ea typeface="Arial"/>
                <a:cs typeface="Arial"/>
                <a:sym typeface="Arial"/>
              </a:rPr>
              <a:t>Quantum Decision Module</a:t>
            </a:r>
            <a:br>
              <a:rPr b="1" lang="en-US" sz="4407">
                <a:solidFill>
                  <a:schemeClr val="dk1"/>
                </a:solidFill>
                <a:latin typeface="Arial"/>
                <a:ea typeface="Arial"/>
                <a:cs typeface="Arial"/>
                <a:sym typeface="Arial"/>
              </a:rPr>
            </a:br>
            <a:r>
              <a:rPr lang="en-US" sz="4407">
                <a:solidFill>
                  <a:schemeClr val="dk1"/>
                </a:solidFill>
                <a:latin typeface="Arial"/>
                <a:ea typeface="Arial"/>
                <a:cs typeface="Arial"/>
                <a:sym typeface="Arial"/>
              </a:rPr>
              <a:t> Encodes attention-informed embeddings into a 6-qubit quantum circuit using RY, RX, and RZ gates with CNOT entanglement. Pauli-Z measurements yield probabilistic scores for each action.</a:t>
            </a:r>
            <a:r>
              <a:rPr b="1" lang="en-US" sz="4407">
                <a:solidFill>
                  <a:schemeClr val="dk1"/>
                </a:solidFill>
                <a:latin typeface="Arial"/>
                <a:ea typeface="Arial"/>
                <a:cs typeface="Arial"/>
                <a:sym typeface="Arial"/>
              </a:rPr>
              <a:t>Learning and Action Selection</a:t>
            </a:r>
            <a:endParaRPr b="1" sz="4407">
              <a:solidFill>
                <a:schemeClr val="dk1"/>
              </a:solidFill>
              <a:latin typeface="Arial"/>
              <a:ea typeface="Arial"/>
              <a:cs typeface="Arial"/>
              <a:sym typeface="Arial"/>
            </a:endParaRPr>
          </a:p>
          <a:p>
            <a:pPr indent="-319563" lvl="0" marL="457200" rtl="0" algn="just">
              <a:lnSpc>
                <a:spcPct val="115000"/>
              </a:lnSpc>
              <a:spcBef>
                <a:spcPts val="0"/>
              </a:spcBef>
              <a:spcAft>
                <a:spcPts val="0"/>
              </a:spcAft>
              <a:buClr>
                <a:schemeClr val="dk1"/>
              </a:buClr>
              <a:buSzPct val="100000"/>
              <a:buFont typeface="Arial"/>
              <a:buChar char="●"/>
            </a:pPr>
            <a:r>
              <a:rPr b="1" lang="en-US" sz="4407">
                <a:solidFill>
                  <a:schemeClr val="dk1"/>
                </a:solidFill>
                <a:latin typeface="Arial"/>
                <a:ea typeface="Arial"/>
                <a:cs typeface="Arial"/>
                <a:sym typeface="Arial"/>
              </a:rPr>
              <a:t>Training</a:t>
            </a:r>
            <a:r>
              <a:rPr lang="en-US" sz="4407">
                <a:solidFill>
                  <a:schemeClr val="dk1"/>
                </a:solidFill>
                <a:latin typeface="Arial"/>
                <a:ea typeface="Arial"/>
                <a:cs typeface="Arial"/>
                <a:sym typeface="Arial"/>
              </a:rPr>
              <a:t>: Uses REINFORCE algorithm with stochastic sampling to promote exploration.</a:t>
            </a:r>
            <a:endParaRPr sz="4407">
              <a:solidFill>
                <a:schemeClr val="dk1"/>
              </a:solidFill>
              <a:latin typeface="Arial"/>
              <a:ea typeface="Arial"/>
              <a:cs typeface="Arial"/>
              <a:sym typeface="Arial"/>
            </a:endParaRPr>
          </a:p>
          <a:p>
            <a:pPr indent="-319563" lvl="0" marL="457200" rtl="0" algn="just">
              <a:lnSpc>
                <a:spcPct val="115000"/>
              </a:lnSpc>
              <a:spcBef>
                <a:spcPts val="0"/>
              </a:spcBef>
              <a:spcAft>
                <a:spcPts val="0"/>
              </a:spcAft>
              <a:buClr>
                <a:schemeClr val="dk1"/>
              </a:buClr>
              <a:buSzPct val="100000"/>
              <a:buFont typeface="Arial"/>
              <a:buChar char="●"/>
            </a:pPr>
            <a:r>
              <a:rPr b="1" lang="en-US" sz="4407">
                <a:solidFill>
                  <a:schemeClr val="dk1"/>
                </a:solidFill>
                <a:latin typeface="Arial"/>
                <a:ea typeface="Arial"/>
                <a:cs typeface="Arial"/>
                <a:sym typeface="Arial"/>
              </a:rPr>
              <a:t>Testing</a:t>
            </a:r>
            <a:r>
              <a:rPr lang="en-US" sz="4407">
                <a:solidFill>
                  <a:schemeClr val="dk1"/>
                </a:solidFill>
                <a:latin typeface="Arial"/>
                <a:ea typeface="Arial"/>
                <a:cs typeface="Arial"/>
                <a:sym typeface="Arial"/>
              </a:rPr>
              <a:t>: Greedy selection based on highest probability.Updates involve backpropagation (classical) and parameter-shift rule (quantum).</a:t>
            </a:r>
            <a:endParaRPr b="1" sz="4407">
              <a:solidFill>
                <a:schemeClr val="dk1"/>
              </a:solidFill>
              <a:latin typeface="Arial"/>
              <a:ea typeface="Arial"/>
              <a:cs typeface="Arial"/>
              <a:sym typeface="Arial"/>
            </a:endParaRPr>
          </a:p>
          <a:p>
            <a:pPr indent="-319563" lvl="0" marL="457200" rtl="0" algn="just">
              <a:lnSpc>
                <a:spcPct val="115000"/>
              </a:lnSpc>
              <a:spcBef>
                <a:spcPts val="0"/>
              </a:spcBef>
              <a:spcAft>
                <a:spcPts val="0"/>
              </a:spcAft>
              <a:buClr>
                <a:schemeClr val="dk1"/>
              </a:buClr>
              <a:buSzPct val="100000"/>
              <a:buFont typeface="Arial"/>
              <a:buChar char="●"/>
            </a:pPr>
            <a:r>
              <a:rPr lang="en-US" sz="4407">
                <a:solidFill>
                  <a:schemeClr val="dk1"/>
                </a:solidFill>
                <a:latin typeface="Arial"/>
                <a:ea typeface="Arial"/>
                <a:cs typeface="Arial"/>
                <a:sym typeface="Arial"/>
              </a:rPr>
              <a:t>Efficient use of limited qubits, scalable to multiple vehicles/customers. The quantum module encourages diverse route exploration, while classical attention narrows focus—achieving both adaptability and route optimization.</a:t>
            </a:r>
            <a:endParaRPr sz="4407">
              <a:solidFill>
                <a:schemeClr val="dk1"/>
              </a:solidFill>
              <a:latin typeface="Arial"/>
              <a:ea typeface="Arial"/>
              <a:cs typeface="Arial"/>
              <a:sym typeface="Arial"/>
            </a:endParaRPr>
          </a:p>
          <a:p>
            <a:pPr indent="0" lvl="0" marL="0" rtl="0" algn="just">
              <a:lnSpc>
                <a:spcPct val="115000"/>
              </a:lnSpc>
              <a:spcBef>
                <a:spcPts val="1200"/>
              </a:spcBef>
              <a:spcAft>
                <a:spcPts val="0"/>
              </a:spcAft>
              <a:buNone/>
            </a:pPr>
            <a:r>
              <a:t/>
            </a:r>
            <a:endParaRPr sz="18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t/>
            </a:r>
            <a:endParaRPr sz="1800">
              <a:solidFill>
                <a:schemeClr val="dk1"/>
              </a:solidFill>
              <a:latin typeface="Arial"/>
              <a:ea typeface="Arial"/>
              <a:cs typeface="Arial"/>
              <a:sym typeface="Arial"/>
            </a:endParaRPr>
          </a:p>
          <a:p>
            <a:pPr indent="0" lvl="0" marL="0" rtl="0" algn="l">
              <a:spcBef>
                <a:spcPts val="1200"/>
              </a:spcBef>
              <a:spcAft>
                <a:spcPts val="0"/>
              </a:spcAft>
              <a:buNone/>
            </a:pPr>
            <a:r>
              <a:t/>
            </a:r>
            <a:endParaRPr/>
          </a:p>
        </p:txBody>
      </p:sp>
      <p:sp>
        <p:nvSpPr>
          <p:cNvPr id="314" name="Google Shape;314;g39c2e7a8fcc_0_12"/>
          <p:cNvSpPr txBox="1"/>
          <p:nvPr>
            <p:ph idx="12" type="sldNum"/>
          </p:nvPr>
        </p:nvSpPr>
        <p:spPr>
          <a:xfrm>
            <a:off x="10945368" y="457200"/>
            <a:ext cx="987600" cy="274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g39c5fa13bd4_10_8"/>
          <p:cNvSpPr txBox="1"/>
          <p:nvPr>
            <p:ph type="title"/>
          </p:nvPr>
        </p:nvSpPr>
        <p:spPr>
          <a:xfrm>
            <a:off x="289625" y="457177"/>
            <a:ext cx="4576500" cy="6549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sz="3600"/>
              <a:t>Our Methodology</a:t>
            </a:r>
            <a:endParaRPr sz="3600"/>
          </a:p>
        </p:txBody>
      </p:sp>
      <p:sp>
        <p:nvSpPr>
          <p:cNvPr id="320" name="Google Shape;320;g39c5fa13bd4_10_8"/>
          <p:cNvSpPr txBox="1"/>
          <p:nvPr>
            <p:ph idx="1" type="body"/>
          </p:nvPr>
        </p:nvSpPr>
        <p:spPr>
          <a:xfrm>
            <a:off x="5545102" y="3222750"/>
            <a:ext cx="987600" cy="15504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sp>
        <p:nvSpPr>
          <p:cNvPr id="321" name="Google Shape;321;g39c5fa13bd4_10_8"/>
          <p:cNvSpPr txBox="1"/>
          <p:nvPr>
            <p:ph idx="12" type="sldNum"/>
          </p:nvPr>
        </p:nvSpPr>
        <p:spPr>
          <a:xfrm>
            <a:off x="10945368" y="457200"/>
            <a:ext cx="987600" cy="274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pic>
        <p:nvPicPr>
          <p:cNvPr id="322" name="Google Shape;322;g39c5fa13bd4_10_8"/>
          <p:cNvPicPr preferRelativeResize="0"/>
          <p:nvPr/>
        </p:nvPicPr>
        <p:blipFill rotWithShape="1">
          <a:blip r:embed="rId3">
            <a:alphaModFix/>
          </a:blip>
          <a:srcRect b="0" l="0" r="0" t="0"/>
          <a:stretch/>
        </p:blipFill>
        <p:spPr>
          <a:xfrm>
            <a:off x="4709375" y="457200"/>
            <a:ext cx="2773250" cy="6064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39c561db78a_0_0"/>
          <p:cNvSpPr txBox="1"/>
          <p:nvPr>
            <p:ph type="title"/>
          </p:nvPr>
        </p:nvSpPr>
        <p:spPr>
          <a:xfrm>
            <a:off x="372291" y="257902"/>
            <a:ext cx="5693700" cy="768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IMPROVEMENTS</a:t>
            </a:r>
            <a:endParaRPr/>
          </a:p>
        </p:txBody>
      </p:sp>
      <p:sp>
        <p:nvSpPr>
          <p:cNvPr id="328" name="Google Shape;328;g39c561db78a_0_0"/>
          <p:cNvSpPr txBox="1"/>
          <p:nvPr>
            <p:ph idx="1" type="body"/>
          </p:nvPr>
        </p:nvSpPr>
        <p:spPr>
          <a:xfrm>
            <a:off x="488525" y="1149275"/>
            <a:ext cx="7155600" cy="50886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latin typeface="Arial"/>
              <a:ea typeface="Arial"/>
              <a:cs typeface="Arial"/>
              <a:sym typeface="Arial"/>
            </a:endParaRPr>
          </a:p>
          <a:p>
            <a:pPr indent="-311150" lvl="0" marL="457200" rtl="0" algn="just">
              <a:lnSpc>
                <a:spcPct val="115000"/>
              </a:lnSpc>
              <a:spcBef>
                <a:spcPts val="1200"/>
              </a:spcBef>
              <a:spcAft>
                <a:spcPts val="0"/>
              </a:spcAft>
              <a:buClr>
                <a:schemeClr val="dk1"/>
              </a:buClr>
              <a:buSzPts val="1300"/>
              <a:buChar char="●"/>
            </a:pPr>
            <a:r>
              <a:rPr lang="en-US" sz="1300">
                <a:solidFill>
                  <a:schemeClr val="dk1"/>
                </a:solidFill>
                <a:latin typeface="Arial"/>
                <a:ea typeface="Arial"/>
                <a:cs typeface="Arial"/>
                <a:sym typeface="Arial"/>
              </a:rPr>
              <a:t>After implementing </a:t>
            </a:r>
            <a:r>
              <a:rPr b="1" lang="en-US" sz="1300">
                <a:solidFill>
                  <a:schemeClr val="dk1"/>
                </a:solidFill>
                <a:latin typeface="Arial"/>
                <a:ea typeface="Arial"/>
                <a:cs typeface="Arial"/>
                <a:sym typeface="Arial"/>
              </a:rPr>
              <a:t>Grover Adaptive Search (GAS)</a:t>
            </a:r>
            <a:r>
              <a:rPr lang="en-US" sz="1300">
                <a:solidFill>
                  <a:schemeClr val="dk1"/>
                </a:solidFill>
                <a:latin typeface="Arial"/>
                <a:ea typeface="Arial"/>
                <a:cs typeface="Arial"/>
                <a:sym typeface="Arial"/>
              </a:rPr>
              <a:t>, it was observed that the algorithm performed efficiently for </a:t>
            </a:r>
            <a:r>
              <a:rPr b="1" lang="en-US" sz="1300">
                <a:solidFill>
                  <a:schemeClr val="dk1"/>
                </a:solidFill>
                <a:latin typeface="Arial"/>
                <a:ea typeface="Arial"/>
                <a:cs typeface="Arial"/>
                <a:sym typeface="Arial"/>
              </a:rPr>
              <a:t>small VRP instances</a:t>
            </a:r>
            <a:r>
              <a:rPr lang="en-US" sz="1300">
                <a:solidFill>
                  <a:schemeClr val="dk1"/>
                </a:solidFill>
                <a:latin typeface="Arial"/>
                <a:ea typeface="Arial"/>
                <a:cs typeface="Arial"/>
                <a:sym typeface="Arial"/>
              </a:rPr>
              <a:t> but failed to scale for larger problems.</a:t>
            </a:r>
            <a:br>
              <a:rPr lang="en-US" sz="1300">
                <a:solidFill>
                  <a:schemeClr val="dk1"/>
                </a:solidFill>
                <a:latin typeface="Arial"/>
                <a:ea typeface="Arial"/>
                <a:cs typeface="Arial"/>
                <a:sym typeface="Arial"/>
              </a:rPr>
            </a:br>
            <a:endParaRPr sz="1300">
              <a:solidFill>
                <a:schemeClr val="dk1"/>
              </a:solidFill>
              <a:latin typeface="Arial"/>
              <a:ea typeface="Arial"/>
              <a:cs typeface="Arial"/>
              <a:sym typeface="Arial"/>
            </a:endParaRPr>
          </a:p>
          <a:p>
            <a:pPr indent="-311150" lvl="0" marL="457200" rtl="0" algn="just">
              <a:lnSpc>
                <a:spcPct val="115000"/>
              </a:lnSpc>
              <a:spcBef>
                <a:spcPts val="0"/>
              </a:spcBef>
              <a:spcAft>
                <a:spcPts val="0"/>
              </a:spcAft>
              <a:buClr>
                <a:schemeClr val="dk1"/>
              </a:buClr>
              <a:buSzPts val="1300"/>
              <a:buChar char="●"/>
            </a:pPr>
            <a:r>
              <a:rPr b="1" lang="en-US" sz="1300">
                <a:solidFill>
                  <a:schemeClr val="dk1"/>
                </a:solidFill>
                <a:latin typeface="Arial"/>
                <a:ea typeface="Arial"/>
                <a:cs typeface="Arial"/>
                <a:sym typeface="Arial"/>
              </a:rPr>
              <a:t>Scalability limitation:</a:t>
            </a:r>
            <a:r>
              <a:rPr lang="en-US" sz="1300">
                <a:solidFill>
                  <a:schemeClr val="dk1"/>
                </a:solidFill>
                <a:latin typeface="Arial"/>
                <a:ea typeface="Arial"/>
                <a:cs typeface="Arial"/>
                <a:sym typeface="Arial"/>
              </a:rPr>
              <a:t> GAS became unstable or crashed beyond ~15 cities due to </a:t>
            </a:r>
            <a:r>
              <a:rPr b="1" lang="en-US" sz="1300">
                <a:solidFill>
                  <a:schemeClr val="dk1"/>
                </a:solidFill>
                <a:latin typeface="Arial"/>
                <a:ea typeface="Arial"/>
                <a:cs typeface="Arial"/>
                <a:sym typeface="Arial"/>
              </a:rPr>
              <a:t>exponential state growth</a:t>
            </a:r>
            <a:r>
              <a:rPr lang="en-US" sz="1300">
                <a:solidFill>
                  <a:schemeClr val="dk1"/>
                </a:solidFill>
                <a:latin typeface="Arial"/>
                <a:ea typeface="Arial"/>
                <a:cs typeface="Arial"/>
                <a:sym typeface="Arial"/>
              </a:rPr>
              <a:t> and </a:t>
            </a:r>
            <a:r>
              <a:rPr b="1" lang="en-US" sz="1300">
                <a:solidFill>
                  <a:schemeClr val="dk1"/>
                </a:solidFill>
                <a:latin typeface="Arial"/>
                <a:ea typeface="Arial"/>
                <a:cs typeface="Arial"/>
                <a:sym typeface="Arial"/>
              </a:rPr>
              <a:t>high RAM usage</a:t>
            </a:r>
            <a:r>
              <a:rPr lang="en-US" sz="1300">
                <a:solidFill>
                  <a:schemeClr val="dk1"/>
                </a:solidFill>
                <a:latin typeface="Arial"/>
                <a:ea typeface="Arial"/>
                <a:cs typeface="Arial"/>
                <a:sym typeface="Arial"/>
              </a:rPr>
              <a:t>.</a:t>
            </a:r>
            <a:br>
              <a:rPr lang="en-US" sz="1300">
                <a:solidFill>
                  <a:schemeClr val="dk1"/>
                </a:solidFill>
                <a:latin typeface="Arial"/>
                <a:ea typeface="Arial"/>
                <a:cs typeface="Arial"/>
                <a:sym typeface="Arial"/>
              </a:rPr>
            </a:br>
            <a:endParaRPr sz="1300">
              <a:solidFill>
                <a:schemeClr val="dk1"/>
              </a:solidFill>
              <a:latin typeface="Arial"/>
              <a:ea typeface="Arial"/>
              <a:cs typeface="Arial"/>
              <a:sym typeface="Arial"/>
            </a:endParaRPr>
          </a:p>
          <a:p>
            <a:pPr indent="-311150" lvl="0" marL="457200" rtl="0" algn="just">
              <a:lnSpc>
                <a:spcPct val="115000"/>
              </a:lnSpc>
              <a:spcBef>
                <a:spcPts val="0"/>
              </a:spcBef>
              <a:spcAft>
                <a:spcPts val="0"/>
              </a:spcAft>
              <a:buClr>
                <a:schemeClr val="dk1"/>
              </a:buClr>
              <a:buSzPts val="1300"/>
              <a:buChar char="●"/>
            </a:pPr>
            <a:r>
              <a:rPr b="1" lang="en-US" sz="1300">
                <a:solidFill>
                  <a:schemeClr val="dk1"/>
                </a:solidFill>
                <a:latin typeface="Arial"/>
                <a:ea typeface="Arial"/>
                <a:cs typeface="Arial"/>
                <a:sym typeface="Arial"/>
              </a:rPr>
              <a:t>Reusability issue:</a:t>
            </a:r>
            <a:r>
              <a:rPr lang="en-US" sz="1300">
                <a:solidFill>
                  <a:schemeClr val="dk1"/>
                </a:solidFill>
                <a:latin typeface="Arial"/>
                <a:ea typeface="Arial"/>
                <a:cs typeface="Arial"/>
                <a:sym typeface="Arial"/>
              </a:rPr>
              <a:t> GAS had to </a:t>
            </a:r>
            <a:r>
              <a:rPr b="1" lang="en-US" sz="1300">
                <a:solidFill>
                  <a:schemeClr val="dk1"/>
                </a:solidFill>
                <a:latin typeface="Arial"/>
                <a:ea typeface="Arial"/>
                <a:cs typeface="Arial"/>
                <a:sym typeface="Arial"/>
              </a:rPr>
              <a:t>recompute from scratch</a:t>
            </a:r>
            <a:r>
              <a:rPr lang="en-US" sz="1300">
                <a:solidFill>
                  <a:schemeClr val="dk1"/>
                </a:solidFill>
                <a:latin typeface="Arial"/>
                <a:ea typeface="Arial"/>
                <a:cs typeface="Arial"/>
                <a:sym typeface="Arial"/>
              </a:rPr>
              <a:t> for every new instance, offering no learning or adaptability.</a:t>
            </a:r>
            <a:br>
              <a:rPr lang="en-US" sz="1300">
                <a:solidFill>
                  <a:schemeClr val="dk1"/>
                </a:solidFill>
                <a:latin typeface="Arial"/>
                <a:ea typeface="Arial"/>
                <a:cs typeface="Arial"/>
                <a:sym typeface="Arial"/>
              </a:rPr>
            </a:br>
            <a:endParaRPr sz="1300">
              <a:solidFill>
                <a:schemeClr val="dk1"/>
              </a:solidFill>
              <a:latin typeface="Arial"/>
              <a:ea typeface="Arial"/>
              <a:cs typeface="Arial"/>
              <a:sym typeface="Arial"/>
            </a:endParaRPr>
          </a:p>
          <a:p>
            <a:pPr indent="-311150" lvl="0" marL="457200" rtl="0" algn="just">
              <a:lnSpc>
                <a:spcPct val="115000"/>
              </a:lnSpc>
              <a:spcBef>
                <a:spcPts val="0"/>
              </a:spcBef>
              <a:spcAft>
                <a:spcPts val="0"/>
              </a:spcAft>
              <a:buClr>
                <a:schemeClr val="dk1"/>
              </a:buClr>
              <a:buSzPts val="1300"/>
              <a:buChar char="●"/>
            </a:pPr>
            <a:r>
              <a:rPr b="1" lang="en-US" sz="1300">
                <a:solidFill>
                  <a:schemeClr val="dk1"/>
                </a:solidFill>
                <a:latin typeface="Arial"/>
                <a:ea typeface="Arial"/>
                <a:cs typeface="Arial"/>
                <a:sym typeface="Arial"/>
              </a:rPr>
              <a:t>Runtime limitation:</a:t>
            </a:r>
            <a:r>
              <a:rPr lang="en-US" sz="1300">
                <a:solidFill>
                  <a:schemeClr val="dk1"/>
                </a:solidFill>
                <a:latin typeface="Arial"/>
                <a:ea typeface="Arial"/>
                <a:cs typeface="Arial"/>
                <a:sym typeface="Arial"/>
              </a:rPr>
              <a:t> Execution time increased rapidly as the number of cities or vehicles grew, making it impractical for larger datasets.</a:t>
            </a:r>
            <a:br>
              <a:rPr lang="en-US" sz="1300">
                <a:solidFill>
                  <a:schemeClr val="dk1"/>
                </a:solidFill>
                <a:latin typeface="Arial"/>
                <a:ea typeface="Arial"/>
                <a:cs typeface="Arial"/>
                <a:sym typeface="Arial"/>
              </a:rPr>
            </a:br>
            <a:endParaRPr sz="1300">
              <a:solidFill>
                <a:schemeClr val="dk1"/>
              </a:solidFill>
              <a:latin typeface="Arial"/>
              <a:ea typeface="Arial"/>
              <a:cs typeface="Arial"/>
              <a:sym typeface="Arial"/>
            </a:endParaRPr>
          </a:p>
          <a:p>
            <a:pPr indent="-311150" lvl="0" marL="457200" rtl="0" algn="just">
              <a:lnSpc>
                <a:spcPct val="115000"/>
              </a:lnSpc>
              <a:spcBef>
                <a:spcPts val="0"/>
              </a:spcBef>
              <a:spcAft>
                <a:spcPts val="0"/>
              </a:spcAft>
              <a:buClr>
                <a:schemeClr val="dk1"/>
              </a:buClr>
              <a:buSzPts val="1300"/>
              <a:buChar char="●"/>
            </a:pPr>
            <a:r>
              <a:rPr lang="en-US" sz="1300">
                <a:solidFill>
                  <a:schemeClr val="dk1"/>
                </a:solidFill>
                <a:latin typeface="Arial"/>
                <a:ea typeface="Arial"/>
                <a:cs typeface="Arial"/>
                <a:sym typeface="Arial"/>
              </a:rPr>
              <a:t>To address these issues, </a:t>
            </a:r>
            <a:r>
              <a:rPr b="1" lang="en-US" sz="1300">
                <a:solidFill>
                  <a:schemeClr val="dk1"/>
                </a:solidFill>
                <a:latin typeface="Arial"/>
                <a:ea typeface="Arial"/>
                <a:cs typeface="Arial"/>
                <a:sym typeface="Arial"/>
              </a:rPr>
              <a:t>Quantum Reinforcement Learning (QRL)</a:t>
            </a:r>
            <a:r>
              <a:rPr lang="en-US" sz="1300">
                <a:solidFill>
                  <a:schemeClr val="dk1"/>
                </a:solidFill>
                <a:latin typeface="Arial"/>
                <a:ea typeface="Arial"/>
                <a:cs typeface="Arial"/>
                <a:sym typeface="Arial"/>
              </a:rPr>
              <a:t> was proposed as an </a:t>
            </a:r>
            <a:r>
              <a:rPr b="1" lang="en-US" sz="1300">
                <a:solidFill>
                  <a:schemeClr val="dk1"/>
                </a:solidFill>
                <a:latin typeface="Arial"/>
                <a:ea typeface="Arial"/>
                <a:cs typeface="Arial"/>
                <a:sym typeface="Arial"/>
              </a:rPr>
              <a:t>improved approach</a:t>
            </a:r>
            <a:r>
              <a:rPr lang="en-US" sz="1300">
                <a:solidFill>
                  <a:schemeClr val="dk1"/>
                </a:solidFill>
                <a:latin typeface="Arial"/>
                <a:ea typeface="Arial"/>
                <a:cs typeface="Arial"/>
                <a:sym typeface="Arial"/>
              </a:rPr>
              <a:t>.</a:t>
            </a:r>
            <a:endParaRPr sz="1300">
              <a:solidFill>
                <a:schemeClr val="dk1"/>
              </a:solidFill>
              <a:latin typeface="Arial"/>
              <a:ea typeface="Arial"/>
              <a:cs typeface="Arial"/>
              <a:sym typeface="Arial"/>
            </a:endParaRPr>
          </a:p>
          <a:p>
            <a:pPr indent="-311150" lvl="0" marL="457200" rtl="0" algn="just">
              <a:lnSpc>
                <a:spcPct val="115000"/>
              </a:lnSpc>
              <a:spcBef>
                <a:spcPts val="0"/>
              </a:spcBef>
              <a:spcAft>
                <a:spcPts val="0"/>
              </a:spcAft>
              <a:buClr>
                <a:schemeClr val="dk1"/>
              </a:buClr>
              <a:buSzPts val="1300"/>
              <a:buChar char="●"/>
            </a:pPr>
            <a:r>
              <a:rPr lang="en-US" sz="1300">
                <a:solidFill>
                  <a:schemeClr val="dk1"/>
                </a:solidFill>
                <a:latin typeface="Arial"/>
                <a:ea typeface="Arial"/>
                <a:cs typeface="Arial"/>
                <a:sym typeface="Arial"/>
              </a:rPr>
              <a:t>QRL learns the best routes through training instead of checking every possible solution.</a:t>
            </a:r>
            <a:endParaRPr sz="1300">
              <a:solidFill>
                <a:schemeClr val="dk1"/>
              </a:solidFill>
              <a:latin typeface="Arial"/>
              <a:ea typeface="Arial"/>
              <a:cs typeface="Arial"/>
              <a:sym typeface="Arial"/>
            </a:endParaRPr>
          </a:p>
          <a:p>
            <a:pPr indent="-311150" lvl="0" marL="457200" rtl="0" algn="just">
              <a:lnSpc>
                <a:spcPct val="115000"/>
              </a:lnSpc>
              <a:spcBef>
                <a:spcPts val="0"/>
              </a:spcBef>
              <a:spcAft>
                <a:spcPts val="0"/>
              </a:spcAft>
              <a:buClr>
                <a:schemeClr val="dk1"/>
              </a:buClr>
              <a:buSzPts val="1300"/>
              <a:buChar char="●"/>
            </a:pPr>
            <a:r>
              <a:rPr lang="en-US" sz="1300">
                <a:solidFill>
                  <a:schemeClr val="dk1"/>
                </a:solidFill>
                <a:latin typeface="Arial"/>
                <a:ea typeface="Arial"/>
                <a:cs typeface="Arial"/>
                <a:sym typeface="Arial"/>
              </a:rPr>
              <a:t>Once trained, the </a:t>
            </a:r>
            <a:r>
              <a:rPr b="1" lang="en-US" sz="1300">
                <a:solidFill>
                  <a:schemeClr val="dk1"/>
                </a:solidFill>
                <a:latin typeface="Arial"/>
                <a:ea typeface="Arial"/>
                <a:cs typeface="Arial"/>
                <a:sym typeface="Arial"/>
              </a:rPr>
              <a:t>same QRL model</a:t>
            </a:r>
            <a:r>
              <a:rPr lang="en-US" sz="1300">
                <a:solidFill>
                  <a:schemeClr val="dk1"/>
                </a:solidFill>
                <a:latin typeface="Arial"/>
                <a:ea typeface="Arial"/>
                <a:cs typeface="Arial"/>
                <a:sym typeface="Arial"/>
              </a:rPr>
              <a:t> can efficiently handle new or similar VRP instances </a:t>
            </a:r>
            <a:r>
              <a:rPr b="1" lang="en-US" sz="1300">
                <a:solidFill>
                  <a:schemeClr val="dk1"/>
                </a:solidFill>
                <a:latin typeface="Arial"/>
                <a:ea typeface="Arial"/>
                <a:cs typeface="Arial"/>
                <a:sym typeface="Arial"/>
              </a:rPr>
              <a:t>without retraining from scratch</a:t>
            </a:r>
            <a:r>
              <a:rPr lang="en-US" sz="1300">
                <a:solidFill>
                  <a:schemeClr val="dk1"/>
                </a:solidFill>
                <a:latin typeface="Arial"/>
                <a:ea typeface="Arial"/>
                <a:cs typeface="Arial"/>
                <a:sym typeface="Arial"/>
              </a:rPr>
              <a:t>.</a:t>
            </a:r>
            <a:endParaRPr sz="1300">
              <a:solidFill>
                <a:schemeClr val="dk1"/>
              </a:solidFill>
              <a:latin typeface="Arial"/>
              <a:ea typeface="Arial"/>
              <a:cs typeface="Arial"/>
              <a:sym typeface="Arial"/>
            </a:endParaRPr>
          </a:p>
          <a:p>
            <a:pPr indent="-311150" lvl="0" marL="457200" rtl="0" algn="just">
              <a:lnSpc>
                <a:spcPct val="115000"/>
              </a:lnSpc>
              <a:spcBef>
                <a:spcPts val="0"/>
              </a:spcBef>
              <a:spcAft>
                <a:spcPts val="0"/>
              </a:spcAft>
              <a:buClr>
                <a:schemeClr val="dk1"/>
              </a:buClr>
              <a:buSzPts val="1300"/>
              <a:buChar char="●"/>
            </a:pPr>
            <a:r>
              <a:rPr lang="en-US" sz="1300">
                <a:solidFill>
                  <a:schemeClr val="dk1"/>
                </a:solidFill>
                <a:latin typeface="Arial"/>
                <a:ea typeface="Arial"/>
                <a:cs typeface="Arial"/>
                <a:sym typeface="Arial"/>
              </a:rPr>
              <a:t>Instead of repeatedly searching from scratch like GAS, QRL learns once and then solves problems quickly and more efficiently.</a:t>
            </a:r>
            <a:endParaRPr sz="2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39c2e7a8fcc_2_9"/>
          <p:cNvSpPr txBox="1"/>
          <p:nvPr>
            <p:ph type="title"/>
          </p:nvPr>
        </p:nvSpPr>
        <p:spPr>
          <a:xfrm>
            <a:off x="330775" y="333625"/>
            <a:ext cx="2951400" cy="11904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n-US"/>
              <a:t>Results</a:t>
            </a:r>
            <a:endParaRPr/>
          </a:p>
        </p:txBody>
      </p:sp>
      <p:sp>
        <p:nvSpPr>
          <p:cNvPr id="334" name="Google Shape;334;g39c2e7a8fcc_2_9"/>
          <p:cNvSpPr txBox="1"/>
          <p:nvPr>
            <p:ph idx="12" type="sldNum"/>
          </p:nvPr>
        </p:nvSpPr>
        <p:spPr>
          <a:xfrm>
            <a:off x="10945368" y="457200"/>
            <a:ext cx="987600" cy="274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pic>
        <p:nvPicPr>
          <p:cNvPr id="335" name="Google Shape;335;g39c2e7a8fcc_2_9"/>
          <p:cNvPicPr preferRelativeResize="0"/>
          <p:nvPr/>
        </p:nvPicPr>
        <p:blipFill>
          <a:blip r:embed="rId3">
            <a:alphaModFix/>
          </a:blip>
          <a:stretch>
            <a:fillRect/>
          </a:stretch>
        </p:blipFill>
        <p:spPr>
          <a:xfrm>
            <a:off x="330776" y="1599950"/>
            <a:ext cx="5659000" cy="3977700"/>
          </a:xfrm>
          <a:prstGeom prst="rect">
            <a:avLst/>
          </a:prstGeom>
          <a:noFill/>
          <a:ln>
            <a:noFill/>
          </a:ln>
        </p:spPr>
      </p:pic>
      <p:sp>
        <p:nvSpPr>
          <p:cNvPr id="336" name="Google Shape;336;g39c2e7a8fcc_2_9"/>
          <p:cNvSpPr txBox="1"/>
          <p:nvPr/>
        </p:nvSpPr>
        <p:spPr>
          <a:xfrm>
            <a:off x="2612025" y="216900"/>
            <a:ext cx="7228500" cy="400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t/>
            </a:r>
            <a:endParaRPr/>
          </a:p>
        </p:txBody>
      </p:sp>
      <p:sp>
        <p:nvSpPr>
          <p:cNvPr id="337" name="Google Shape;337;g39c2e7a8fcc_2_9"/>
          <p:cNvSpPr txBox="1"/>
          <p:nvPr/>
        </p:nvSpPr>
        <p:spPr>
          <a:xfrm>
            <a:off x="330775" y="5653575"/>
            <a:ext cx="5658900" cy="548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Clr>
                <a:schemeClr val="dk1"/>
              </a:buClr>
              <a:buSzPts val="1100"/>
              <a:buFont typeface="Arial"/>
              <a:buNone/>
            </a:pPr>
            <a:r>
              <a:rPr lang="en-US" sz="1100">
                <a:solidFill>
                  <a:schemeClr val="dk1"/>
                </a:solidFill>
                <a:latin typeface="Times New Roman"/>
                <a:ea typeface="Times New Roman"/>
                <a:cs typeface="Times New Roman"/>
                <a:sym typeface="Times New Roman"/>
              </a:rPr>
              <a:t>Fig. 1 Runtime crash in Google Colab during execution of the Grover Adaptive Search (GAS) algorithm for a 15-city Vehicle Routing Problem, caused by exhaustion of available RAM.</a:t>
            </a:r>
            <a:endParaRPr sz="1200">
              <a:solidFill>
                <a:schemeClr val="accent6"/>
              </a:solidFill>
              <a:latin typeface="EB Garamond"/>
              <a:ea typeface="EB Garamond"/>
              <a:cs typeface="EB Garamond"/>
              <a:sym typeface="EB Garamond"/>
            </a:endParaRPr>
          </a:p>
        </p:txBody>
      </p:sp>
      <p:sp>
        <p:nvSpPr>
          <p:cNvPr id="338" name="Google Shape;338;g39c2e7a8fcc_2_9"/>
          <p:cNvSpPr txBox="1"/>
          <p:nvPr/>
        </p:nvSpPr>
        <p:spPr>
          <a:xfrm>
            <a:off x="6523963" y="5025747"/>
            <a:ext cx="5532300" cy="548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Clr>
                <a:schemeClr val="dk1"/>
              </a:buClr>
              <a:buSzPts val="1100"/>
              <a:buFont typeface="Arial"/>
              <a:buNone/>
            </a:pPr>
            <a:r>
              <a:rPr lang="en-US" sz="1100">
                <a:solidFill>
                  <a:schemeClr val="dk1"/>
                </a:solidFill>
                <a:latin typeface="Times New Roman"/>
                <a:ea typeface="Times New Roman"/>
                <a:cs typeface="Times New Roman"/>
                <a:sym typeface="Times New Roman"/>
              </a:rPr>
              <a:t>Fig.2 figure showing the output of qrl the same 15 cities used in GAS approach,  hence practically proving scalability when comapred to GAS approach.</a:t>
            </a:r>
            <a:endParaRPr sz="2900">
              <a:solidFill>
                <a:schemeClr val="accent6"/>
              </a:solidFill>
              <a:latin typeface="EB Garamond"/>
              <a:ea typeface="EB Garamond"/>
              <a:cs typeface="EB Garamond"/>
              <a:sym typeface="EB Garamond"/>
            </a:endParaRPr>
          </a:p>
        </p:txBody>
      </p:sp>
      <p:pic>
        <p:nvPicPr>
          <p:cNvPr id="339" name="Google Shape;339;g39c2e7a8fcc_2_9"/>
          <p:cNvPicPr preferRelativeResize="0"/>
          <p:nvPr/>
        </p:nvPicPr>
        <p:blipFill>
          <a:blip r:embed="rId4">
            <a:alphaModFix/>
          </a:blip>
          <a:stretch>
            <a:fillRect/>
          </a:stretch>
        </p:blipFill>
        <p:spPr>
          <a:xfrm>
            <a:off x="6809775" y="2744725"/>
            <a:ext cx="4960676" cy="18886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g3cbd43a21c3_5_3"/>
          <p:cNvSpPr txBox="1"/>
          <p:nvPr>
            <p:ph type="title"/>
          </p:nvPr>
        </p:nvSpPr>
        <p:spPr>
          <a:xfrm>
            <a:off x="723902" y="457202"/>
            <a:ext cx="10671000" cy="768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Results</a:t>
            </a:r>
            <a:endParaRPr/>
          </a:p>
        </p:txBody>
      </p:sp>
      <p:sp>
        <p:nvSpPr>
          <p:cNvPr id="345" name="Google Shape;345;g3cbd43a21c3_5_3"/>
          <p:cNvSpPr txBox="1"/>
          <p:nvPr>
            <p:ph idx="12" type="sldNum"/>
          </p:nvPr>
        </p:nvSpPr>
        <p:spPr>
          <a:xfrm>
            <a:off x="10945368" y="457200"/>
            <a:ext cx="987600" cy="274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pic>
        <p:nvPicPr>
          <p:cNvPr id="346" name="Google Shape;346;g3cbd43a21c3_5_3"/>
          <p:cNvPicPr preferRelativeResize="0"/>
          <p:nvPr/>
        </p:nvPicPr>
        <p:blipFill>
          <a:blip r:embed="rId3">
            <a:alphaModFix/>
          </a:blip>
          <a:stretch>
            <a:fillRect/>
          </a:stretch>
        </p:blipFill>
        <p:spPr>
          <a:xfrm>
            <a:off x="2626275" y="1366925"/>
            <a:ext cx="5315225" cy="2867025"/>
          </a:xfrm>
          <a:prstGeom prst="rect">
            <a:avLst/>
          </a:prstGeom>
          <a:noFill/>
          <a:ln>
            <a:noFill/>
          </a:ln>
        </p:spPr>
      </p:pic>
      <p:sp>
        <p:nvSpPr>
          <p:cNvPr id="347" name="Google Shape;347;g3cbd43a21c3_5_3"/>
          <p:cNvSpPr txBox="1"/>
          <p:nvPr/>
        </p:nvSpPr>
        <p:spPr>
          <a:xfrm>
            <a:off x="363250" y="4571100"/>
            <a:ext cx="10835100" cy="107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accent6"/>
                </a:solidFill>
                <a:latin typeface="EB Garamond"/>
                <a:ea typeface="EB Garamond"/>
                <a:cs typeface="EB Garamond"/>
                <a:sym typeface="EB Garamond"/>
              </a:rPr>
              <a:t>The figure compares GAS and QRL for a 5-city, 2-vehicle VRP instance. GAS evaluates the complete solution space, while QRL is trained for 200 cities  and then tested on the same configuration. Both methods achieve the optimal cost of 10, with QRL using fewer qubits, demonstrating improved quantum resource efficiency.</a:t>
            </a:r>
            <a:endParaRPr sz="1600">
              <a:solidFill>
                <a:schemeClr val="accent6"/>
              </a:solidFill>
              <a:latin typeface="EB Garamond"/>
              <a:ea typeface="EB Garamond"/>
              <a:cs typeface="EB Garamond"/>
              <a:sym typeface="EB Garamo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pic>
        <p:nvPicPr>
          <p:cNvPr id="352" name="Google Shape;352;g44a5689a39edd987_1"/>
          <p:cNvPicPr preferRelativeResize="0"/>
          <p:nvPr/>
        </p:nvPicPr>
        <p:blipFill>
          <a:blip r:embed="rId3">
            <a:alphaModFix/>
          </a:blip>
          <a:stretch>
            <a:fillRect/>
          </a:stretch>
        </p:blipFill>
        <p:spPr>
          <a:xfrm>
            <a:off x="1600200" y="1481713"/>
            <a:ext cx="8398675" cy="4504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7"/>
          <p:cNvSpPr/>
          <p:nvPr/>
        </p:nvSpPr>
        <p:spPr>
          <a:xfrm>
            <a:off x="3819150" y="1759873"/>
            <a:ext cx="6306300" cy="212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US" u="none" cap="none" strike="noStrike">
                <a:solidFill>
                  <a:schemeClr val="dk1"/>
                </a:solidFill>
                <a:latin typeface="Arial"/>
                <a:ea typeface="Arial"/>
                <a:cs typeface="Arial"/>
                <a:sym typeface="Arial"/>
              </a:rPr>
              <a:t>Programming Language : Python</a:t>
            </a:r>
            <a:br>
              <a:rPr b="0" i="0" lang="en-US" u="none" cap="none" strike="noStrike">
                <a:solidFill>
                  <a:schemeClr val="dk1"/>
                </a:solidFill>
                <a:latin typeface="Arial"/>
                <a:ea typeface="Arial"/>
                <a:cs typeface="Arial"/>
                <a:sym typeface="Arial"/>
              </a:rPr>
            </a:br>
            <a:endParaRPr b="0" i="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u="none" cap="none" strike="noStrike">
                <a:solidFill>
                  <a:schemeClr val="dk1"/>
                </a:solidFill>
                <a:latin typeface="Arial"/>
                <a:ea typeface="Arial"/>
                <a:cs typeface="Arial"/>
                <a:sym typeface="Arial"/>
              </a:rPr>
              <a:t>Core Libraries/Frameworks :</a:t>
            </a:r>
            <a:endParaRPr b="0" i="0" u="none" cap="none" strike="noStrike">
              <a:solidFill>
                <a:schemeClr val="dk1"/>
              </a:solidFill>
              <a:latin typeface="Arial"/>
              <a:ea typeface="Arial"/>
              <a:cs typeface="Arial"/>
              <a:sym typeface="Arial"/>
            </a:endParaRPr>
          </a:p>
          <a:p>
            <a:pPr indent="-311150" lvl="0" marL="457200" rtl="0" algn="l">
              <a:lnSpc>
                <a:spcPct val="115000"/>
              </a:lnSpc>
              <a:spcBef>
                <a:spcPts val="1200"/>
              </a:spcBef>
              <a:spcAft>
                <a:spcPts val="0"/>
              </a:spcAft>
              <a:buClr>
                <a:schemeClr val="dk1"/>
              </a:buClr>
              <a:buSzPts val="1300"/>
              <a:buChar char="●"/>
            </a:pPr>
            <a:r>
              <a:rPr lang="en-US">
                <a:solidFill>
                  <a:schemeClr val="dk1"/>
                </a:solidFill>
              </a:rPr>
              <a:t>Qiskit / PennyLane (for quantum circuits &amp;  implementation)</a:t>
            </a:r>
            <a:br>
              <a:rPr lang="en-US">
                <a:solidFill>
                  <a:schemeClr val="dk1"/>
                </a:solidFill>
              </a:rPr>
            </a:br>
            <a:endParaRPr>
              <a:solidFill>
                <a:schemeClr val="dk1"/>
              </a:solidFill>
            </a:endParaRPr>
          </a:p>
          <a:p>
            <a:pPr indent="-311150" lvl="0" marL="457200" rtl="0" algn="l">
              <a:lnSpc>
                <a:spcPct val="115000"/>
              </a:lnSpc>
              <a:spcBef>
                <a:spcPts val="0"/>
              </a:spcBef>
              <a:spcAft>
                <a:spcPts val="0"/>
              </a:spcAft>
              <a:buClr>
                <a:schemeClr val="dk1"/>
              </a:buClr>
              <a:buSzPts val="1300"/>
              <a:buChar char="●"/>
            </a:pPr>
            <a:r>
              <a:rPr lang="en-US">
                <a:solidFill>
                  <a:schemeClr val="dk1"/>
                </a:solidFill>
              </a:rPr>
              <a:t>NumPy, SciPy (for matrix ops and simulation support)</a:t>
            </a:r>
            <a:br>
              <a:rPr lang="en-US">
                <a:solidFill>
                  <a:schemeClr val="dk1"/>
                </a:solidFill>
              </a:rPr>
            </a:br>
            <a:endParaRPr>
              <a:solidFill>
                <a:schemeClr val="dk1"/>
              </a:solidFill>
            </a:endParaRPr>
          </a:p>
          <a:p>
            <a:pPr indent="-311150" lvl="0" marL="457200" rtl="0" algn="l">
              <a:lnSpc>
                <a:spcPct val="115000"/>
              </a:lnSpc>
              <a:spcBef>
                <a:spcPts val="0"/>
              </a:spcBef>
              <a:spcAft>
                <a:spcPts val="0"/>
              </a:spcAft>
              <a:buClr>
                <a:schemeClr val="dk1"/>
              </a:buClr>
              <a:buSzPts val="1300"/>
              <a:buChar char="●"/>
            </a:pPr>
            <a:r>
              <a:rPr lang="en-US">
                <a:solidFill>
                  <a:schemeClr val="dk1"/>
                </a:solidFill>
              </a:rPr>
              <a:t>Matplotlib (for plotting results &amp; learning curves)</a:t>
            </a:r>
            <a:br>
              <a:rPr lang="en-US">
                <a:solidFill>
                  <a:schemeClr val="dk1"/>
                </a:solidFill>
              </a:rPr>
            </a:br>
            <a:endParaRPr>
              <a:solidFill>
                <a:schemeClr val="dk1"/>
              </a:solidFill>
            </a:endParaRPr>
          </a:p>
          <a:p>
            <a:pPr indent="0" lvl="0" marL="457200" marR="0" rtl="0" algn="l">
              <a:lnSpc>
                <a:spcPct val="115000"/>
              </a:lnSpc>
              <a:spcBef>
                <a:spcPts val="1200"/>
              </a:spcBef>
              <a:spcAft>
                <a:spcPts val="0"/>
              </a:spcAft>
              <a:buNone/>
            </a:pPr>
            <a:r>
              <a:t/>
            </a:r>
            <a:endParaRPr sz="1200">
              <a:solidFill>
                <a:schemeClr val="dk1"/>
              </a:solidFill>
            </a:endParaRPr>
          </a:p>
        </p:txBody>
      </p:sp>
      <p:sp>
        <p:nvSpPr>
          <p:cNvPr id="358" name="Google Shape;358;p7"/>
          <p:cNvSpPr txBox="1"/>
          <p:nvPr>
            <p:ph type="title"/>
          </p:nvPr>
        </p:nvSpPr>
        <p:spPr>
          <a:xfrm>
            <a:off x="195625" y="100509"/>
            <a:ext cx="7293300" cy="768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BB2529"/>
              </a:buClr>
              <a:buSzPts val="3200"/>
              <a:buFont typeface="Arial Black"/>
              <a:buNone/>
            </a:pPr>
            <a:r>
              <a:rPr lang="en-US" sz="3200" cap="none">
                <a:solidFill>
                  <a:srgbClr val="BB2529"/>
                </a:solidFill>
              </a:rPr>
              <a:t>Project Requisites:</a:t>
            </a:r>
            <a:endParaRPr sz="3200" cap="none">
              <a:solidFill>
                <a:srgbClr val="BB2529"/>
              </a:solidFill>
            </a:endParaRPr>
          </a:p>
        </p:txBody>
      </p:sp>
      <p:sp>
        <p:nvSpPr>
          <p:cNvPr id="359" name="Google Shape;359;p7"/>
          <p:cNvSpPr/>
          <p:nvPr/>
        </p:nvSpPr>
        <p:spPr>
          <a:xfrm>
            <a:off x="3819152" y="868605"/>
            <a:ext cx="6096000" cy="64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600" u="none" cap="none" strike="noStrike">
                <a:solidFill>
                  <a:srgbClr val="BB2529"/>
                </a:solidFill>
                <a:latin typeface="EB Garamond"/>
                <a:ea typeface="EB Garamond"/>
                <a:cs typeface="EB Garamond"/>
                <a:sym typeface="EB Garamond"/>
              </a:rPr>
              <a:t>Technology Stack </a:t>
            </a:r>
            <a:br>
              <a:rPr b="0" i="0" lang="en-US" sz="1600" u="none" cap="none" strike="noStrike">
                <a:solidFill>
                  <a:srgbClr val="BB2529"/>
                </a:solidFill>
                <a:latin typeface="EB Garamond"/>
                <a:ea typeface="EB Garamond"/>
                <a:cs typeface="EB Garamond"/>
                <a:sym typeface="EB Garamond"/>
              </a:rPr>
            </a:br>
            <a:r>
              <a:rPr b="0" i="0" lang="en-US" sz="1600" u="none" cap="none" strike="noStrike">
                <a:solidFill>
                  <a:srgbClr val="BB2529"/>
                </a:solidFill>
                <a:latin typeface="EB Garamond"/>
                <a:ea typeface="EB Garamond"/>
                <a:cs typeface="EB Garamond"/>
                <a:sym typeface="EB Garamond"/>
              </a:rPr>
              <a:t>Datasets</a:t>
            </a:r>
            <a:endParaRPr b="0" i="0" sz="1600" u="none" cap="none" strike="noStrike">
              <a:solidFill>
                <a:schemeClr val="dk1"/>
              </a:solidFill>
              <a:latin typeface="EB Garamond"/>
              <a:ea typeface="EB Garamond"/>
              <a:cs typeface="EB Garamond"/>
              <a:sym typeface="EB Garamond"/>
            </a:endParaRPr>
          </a:p>
        </p:txBody>
      </p:sp>
      <p:graphicFrame>
        <p:nvGraphicFramePr>
          <p:cNvPr id="360" name="Google Shape;360;p7"/>
          <p:cNvGraphicFramePr/>
          <p:nvPr/>
        </p:nvGraphicFramePr>
        <p:xfrm>
          <a:off x="3640850" y="4131338"/>
          <a:ext cx="3000000" cy="3000000"/>
        </p:xfrm>
        <a:graphic>
          <a:graphicData uri="http://schemas.openxmlformats.org/drawingml/2006/table">
            <a:tbl>
              <a:tblPr>
                <a:noFill/>
                <a:tableStyleId>{26608AC8-E353-4604-BD88-B7B9D8ACAC96}</a:tableStyleId>
              </a:tblPr>
              <a:tblGrid>
                <a:gridCol w="969700"/>
                <a:gridCol w="2037700"/>
                <a:gridCol w="2043925"/>
                <a:gridCol w="3499825"/>
              </a:tblGrid>
              <a:tr h="465475">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Dataset</a:t>
                      </a:r>
                      <a:endParaRPr b="1" sz="10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Domain</a:t>
                      </a:r>
                      <a:endParaRPr b="1" sz="10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Size / Scale</a:t>
                      </a:r>
                      <a:endParaRPr b="1" sz="10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Purpose</a:t>
                      </a:r>
                      <a:endParaRPr b="1" sz="1000" u="none" cap="none" strike="noStrike"/>
                    </a:p>
                  </a:txBody>
                  <a:tcPr marT="91425" marB="91425" marR="91425" marL="91425"/>
                </a:tc>
              </a:tr>
              <a:tr h="789075">
                <a:tc>
                  <a:txBody>
                    <a:bodyPr/>
                    <a:lstStyle/>
                    <a:p>
                      <a:pPr indent="0" lvl="0" marL="0" marR="0" rtl="0" algn="just">
                        <a:lnSpc>
                          <a:spcPct val="100000"/>
                        </a:lnSpc>
                        <a:spcBef>
                          <a:spcPts val="0"/>
                        </a:spcBef>
                        <a:spcAft>
                          <a:spcPts val="0"/>
                        </a:spcAft>
                        <a:buClr>
                          <a:srgbClr val="000000"/>
                        </a:buClr>
                        <a:buSzPts val="1000"/>
                        <a:buFont typeface="Arial"/>
                        <a:buNone/>
                      </a:pPr>
                      <a:r>
                        <a:rPr b="1" lang="en-US" sz="1300"/>
                        <a:t>Synthetic VRP Instances</a:t>
                      </a:r>
                      <a:endParaRPr b="1" sz="1300" u="none" cap="none" strike="noStrike"/>
                    </a:p>
                  </a:txBody>
                  <a:tcPr marT="91425" marB="91425" marR="91425" marL="91425"/>
                </a:tc>
                <a:tc>
                  <a:txBody>
                    <a:bodyPr/>
                    <a:lstStyle/>
                    <a:p>
                      <a:pPr indent="0" lvl="0" marL="0" marR="0" rtl="0" algn="just">
                        <a:lnSpc>
                          <a:spcPct val="100000"/>
                        </a:lnSpc>
                        <a:spcBef>
                          <a:spcPts val="0"/>
                        </a:spcBef>
                        <a:spcAft>
                          <a:spcPts val="0"/>
                        </a:spcAft>
                        <a:buClr>
                          <a:srgbClr val="000000"/>
                        </a:buClr>
                        <a:buSzPts val="1000"/>
                        <a:buFont typeface="Arial"/>
                        <a:buNone/>
                      </a:pPr>
                      <a:r>
                        <a:rPr lang="en-US" sz="1300"/>
                        <a:t>VRP Optimization</a:t>
                      </a:r>
                      <a:endParaRPr sz="1300" u="none" cap="none" strike="noStrike"/>
                    </a:p>
                  </a:txBody>
                  <a:tcPr marT="91425" marB="91425" marR="91425" marL="91425"/>
                </a:tc>
                <a:tc>
                  <a:txBody>
                    <a:bodyPr/>
                    <a:lstStyle/>
                    <a:p>
                      <a:pPr indent="0" lvl="0" marL="0" marR="0" rtl="0" algn="just">
                        <a:lnSpc>
                          <a:spcPct val="100000"/>
                        </a:lnSpc>
                        <a:spcBef>
                          <a:spcPts val="0"/>
                        </a:spcBef>
                        <a:spcAft>
                          <a:spcPts val="0"/>
                        </a:spcAft>
                        <a:buClr>
                          <a:srgbClr val="000000"/>
                        </a:buClr>
                        <a:buSzPts val="1000"/>
                        <a:buFont typeface="Arial"/>
                        <a:buNone/>
                      </a:pPr>
                      <a:r>
                        <a:rPr lang="en-US" sz="1300"/>
                        <a:t>5-200 nodes, 1-20 vehicles</a:t>
                      </a:r>
                      <a:endParaRPr sz="1300" u="none" cap="none" strike="noStrike"/>
                    </a:p>
                  </a:txBody>
                  <a:tcPr marT="91425" marB="91425" marR="91425" marL="91425"/>
                </a:tc>
                <a:tc>
                  <a:txBody>
                    <a:bodyPr/>
                    <a:lstStyle/>
                    <a:p>
                      <a:pPr indent="0" lvl="0" marL="0" marR="0" rtl="0" algn="just">
                        <a:lnSpc>
                          <a:spcPct val="100000"/>
                        </a:lnSpc>
                        <a:spcBef>
                          <a:spcPts val="0"/>
                        </a:spcBef>
                        <a:spcAft>
                          <a:spcPts val="0"/>
                        </a:spcAft>
                        <a:buClr>
                          <a:srgbClr val="000000"/>
                        </a:buClr>
                        <a:buSzPts val="1000"/>
                        <a:buFont typeface="Arial"/>
                        <a:buNone/>
                      </a:pPr>
                      <a:r>
                        <a:rPr lang="en-US" sz="1300"/>
                        <a:t>To benchmark QRL for solving VRP</a:t>
                      </a:r>
                      <a:endParaRPr sz="1300" u="none" cap="none" strike="noStrike"/>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9"/>
          <p:cNvSpPr txBox="1"/>
          <p:nvPr>
            <p:ph idx="4294967295" type="subTitle"/>
          </p:nvPr>
        </p:nvSpPr>
        <p:spPr>
          <a:xfrm>
            <a:off x="660398" y="1849120"/>
            <a:ext cx="11041749" cy="4335323"/>
          </a:xfrm>
          <a:prstGeom prst="rect">
            <a:avLst/>
          </a:prstGeom>
          <a:noFill/>
          <a:ln>
            <a:noFill/>
          </a:ln>
        </p:spPr>
        <p:txBody>
          <a:bodyPr anchorCtr="0" anchor="t" bIns="45700" lIns="91425" spcFirstLastPara="1" rIns="91425" wrap="square" tIns="45700">
            <a:noAutofit/>
          </a:bodyPr>
          <a:lstStyle/>
          <a:p>
            <a:pPr indent="-387350" lvl="0" marL="457200" rtl="0" algn="l">
              <a:lnSpc>
                <a:spcPct val="90000"/>
              </a:lnSpc>
              <a:spcBef>
                <a:spcPts val="360"/>
              </a:spcBef>
              <a:spcAft>
                <a:spcPts val="0"/>
              </a:spcAft>
              <a:buSzPts val="2500"/>
              <a:buFont typeface="Arial Black"/>
              <a:buAutoNum type="arabicPeriod"/>
            </a:pPr>
            <a:r>
              <a:rPr b="1" lang="en-US" sz="1600">
                <a:solidFill>
                  <a:schemeClr val="dk1"/>
                </a:solidFill>
                <a:latin typeface="Times New Roman"/>
                <a:ea typeface="Times New Roman"/>
                <a:cs typeface="Times New Roman"/>
                <a:sym typeface="Times New Roman"/>
              </a:rPr>
              <a:t>Rosendo, B. (2025).</a:t>
            </a:r>
            <a:r>
              <a:rPr lang="en-US" sz="1600">
                <a:solidFill>
                  <a:schemeClr val="dk1"/>
                </a:solidFill>
                <a:latin typeface="Times New Roman"/>
                <a:ea typeface="Times New Roman"/>
                <a:cs typeface="Times New Roman"/>
                <a:sym typeface="Times New Roman"/>
              </a:rPr>
              <a:t> </a:t>
            </a:r>
            <a:r>
              <a:rPr i="1" lang="en-US" sz="1600">
                <a:solidFill>
                  <a:schemeClr val="dk1"/>
                </a:solidFill>
                <a:latin typeface="Times New Roman"/>
                <a:ea typeface="Times New Roman"/>
                <a:cs typeface="Times New Roman"/>
                <a:sym typeface="Times New Roman"/>
              </a:rPr>
              <a:t>Quantum-enabled routing optimization for transportation efficiency.</a:t>
            </a:r>
            <a:r>
              <a:rPr lang="en-US" sz="1600">
                <a:solidFill>
                  <a:schemeClr val="dk1"/>
                </a:solidFill>
                <a:latin typeface="Times New Roman"/>
                <a:ea typeface="Times New Roman"/>
                <a:cs typeface="Times New Roman"/>
                <a:sym typeface="Times New Roman"/>
              </a:rPr>
              <a:t> IEEE Computing in Science &amp; Engineering. – Survey on QA/QAOA for VRP efficiency.</a:t>
            </a:r>
            <a:br>
              <a:rPr lang="en-US" sz="1600">
                <a:solidFill>
                  <a:schemeClr val="dk1"/>
                </a:solidFill>
                <a:latin typeface="Times New Roman"/>
                <a:ea typeface="Times New Roman"/>
                <a:cs typeface="Times New Roman"/>
                <a:sym typeface="Times New Roman"/>
              </a:rPr>
            </a:br>
            <a:endParaRPr sz="1600">
              <a:solidFill>
                <a:schemeClr val="dk1"/>
              </a:solidFill>
              <a:latin typeface="Times New Roman"/>
              <a:ea typeface="Times New Roman"/>
              <a:cs typeface="Times New Roman"/>
              <a:sym typeface="Times New Roman"/>
            </a:endParaRPr>
          </a:p>
          <a:p>
            <a:pPr indent="-387350" lvl="0" marL="457200" rtl="0" algn="l">
              <a:lnSpc>
                <a:spcPct val="90000"/>
              </a:lnSpc>
              <a:spcBef>
                <a:spcPts val="360"/>
              </a:spcBef>
              <a:spcAft>
                <a:spcPts val="0"/>
              </a:spcAft>
              <a:buSzPts val="2500"/>
              <a:buFont typeface="Arial Black"/>
              <a:buAutoNum type="arabicPeriod"/>
            </a:pPr>
            <a:r>
              <a:rPr b="1" lang="en-US" sz="1600">
                <a:solidFill>
                  <a:schemeClr val="dk1"/>
                </a:solidFill>
                <a:latin typeface="Times New Roman"/>
                <a:ea typeface="Times New Roman"/>
                <a:cs typeface="Times New Roman"/>
                <a:sym typeface="Times New Roman"/>
              </a:rPr>
              <a:t>Fitzek, D. et al. (2024).</a:t>
            </a:r>
            <a:r>
              <a:rPr lang="en-US" sz="1600">
                <a:solidFill>
                  <a:schemeClr val="dk1"/>
                </a:solidFill>
                <a:latin typeface="Times New Roman"/>
                <a:ea typeface="Times New Roman"/>
                <a:cs typeface="Times New Roman"/>
                <a:sym typeface="Times New Roman"/>
              </a:rPr>
              <a:t> </a:t>
            </a:r>
            <a:r>
              <a:rPr i="1" lang="en-US" sz="1600">
                <a:solidFill>
                  <a:schemeClr val="dk1"/>
                </a:solidFill>
                <a:latin typeface="Times New Roman"/>
                <a:ea typeface="Times New Roman"/>
                <a:cs typeface="Times New Roman"/>
                <a:sym typeface="Times New Roman"/>
              </a:rPr>
              <a:t>Heterogeneous VRP on a Quantum Computer.</a:t>
            </a:r>
            <a:r>
              <a:rPr lang="en-US" sz="1600">
                <a:solidFill>
                  <a:schemeClr val="dk1"/>
                </a:solidFill>
                <a:latin typeface="Times New Roman"/>
                <a:ea typeface="Times New Roman"/>
                <a:cs typeface="Times New Roman"/>
                <a:sym typeface="Times New Roman"/>
              </a:rPr>
              <a:t> Scientific Reports. – QAOA mapping of HVRP up to 21 qubits.</a:t>
            </a:r>
            <a:br>
              <a:rPr lang="en-US" sz="1600">
                <a:solidFill>
                  <a:schemeClr val="dk1"/>
                </a:solidFill>
                <a:latin typeface="Times New Roman"/>
                <a:ea typeface="Times New Roman"/>
                <a:cs typeface="Times New Roman"/>
                <a:sym typeface="Times New Roman"/>
              </a:rPr>
            </a:br>
            <a:endParaRPr sz="1600">
              <a:solidFill>
                <a:schemeClr val="dk1"/>
              </a:solidFill>
              <a:latin typeface="Times New Roman"/>
              <a:ea typeface="Times New Roman"/>
              <a:cs typeface="Times New Roman"/>
              <a:sym typeface="Times New Roman"/>
            </a:endParaRPr>
          </a:p>
          <a:p>
            <a:pPr indent="-387350" lvl="0" marL="457200" rtl="0" algn="l">
              <a:lnSpc>
                <a:spcPct val="90000"/>
              </a:lnSpc>
              <a:spcBef>
                <a:spcPts val="360"/>
              </a:spcBef>
              <a:spcAft>
                <a:spcPts val="0"/>
              </a:spcAft>
              <a:buSzPts val="2500"/>
              <a:buFont typeface="Arial Black"/>
              <a:buAutoNum type="arabicPeriod"/>
            </a:pPr>
            <a:r>
              <a:rPr b="1" lang="en-US" sz="1600">
                <a:solidFill>
                  <a:schemeClr val="dk1"/>
                </a:solidFill>
                <a:latin typeface="Times New Roman"/>
                <a:ea typeface="Times New Roman"/>
                <a:cs typeface="Times New Roman"/>
                <a:sym typeface="Times New Roman"/>
              </a:rPr>
              <a:t>Holliday, J.B. et al. (2025).</a:t>
            </a:r>
            <a:r>
              <a:rPr lang="en-US" sz="1600">
                <a:solidFill>
                  <a:schemeClr val="dk1"/>
                </a:solidFill>
                <a:latin typeface="Times New Roman"/>
                <a:ea typeface="Times New Roman"/>
                <a:cs typeface="Times New Roman"/>
                <a:sym typeface="Times New Roman"/>
              </a:rPr>
              <a:t> </a:t>
            </a:r>
            <a:r>
              <a:rPr i="1" lang="en-US" sz="1600">
                <a:solidFill>
                  <a:schemeClr val="dk1"/>
                </a:solidFill>
                <a:latin typeface="Times New Roman"/>
                <a:ea typeface="Times New Roman"/>
                <a:cs typeface="Times New Roman"/>
                <a:sym typeface="Times New Roman"/>
              </a:rPr>
              <a:t>Advanced Quantum Annealing for VRP with Time Windows.</a:t>
            </a:r>
            <a:r>
              <a:rPr lang="en-US" sz="1600">
                <a:solidFill>
                  <a:schemeClr val="dk1"/>
                </a:solidFill>
                <a:latin typeface="Times New Roman"/>
                <a:ea typeface="Times New Roman"/>
                <a:cs typeface="Times New Roman"/>
                <a:sym typeface="Times New Roman"/>
              </a:rPr>
              <a:t> arXiv/IEEE submission. – Hybrid QA + CQM with heuristic repair.</a:t>
            </a:r>
            <a:br>
              <a:rPr lang="en-US" sz="1600">
                <a:solidFill>
                  <a:schemeClr val="dk1"/>
                </a:solidFill>
                <a:latin typeface="Times New Roman"/>
                <a:ea typeface="Times New Roman"/>
                <a:cs typeface="Times New Roman"/>
                <a:sym typeface="Times New Roman"/>
              </a:rPr>
            </a:br>
            <a:endParaRPr sz="1600">
              <a:solidFill>
                <a:schemeClr val="dk1"/>
              </a:solidFill>
              <a:latin typeface="Times New Roman"/>
              <a:ea typeface="Times New Roman"/>
              <a:cs typeface="Times New Roman"/>
              <a:sym typeface="Times New Roman"/>
            </a:endParaRPr>
          </a:p>
          <a:p>
            <a:pPr indent="-387350" lvl="0" marL="457200" rtl="0" algn="l">
              <a:lnSpc>
                <a:spcPct val="90000"/>
              </a:lnSpc>
              <a:spcBef>
                <a:spcPts val="360"/>
              </a:spcBef>
              <a:spcAft>
                <a:spcPts val="0"/>
              </a:spcAft>
              <a:buSzPts val="2500"/>
              <a:buFont typeface="Arial Black"/>
              <a:buAutoNum type="arabicPeriod"/>
            </a:pPr>
            <a:r>
              <a:rPr b="1" lang="en-US" sz="1600">
                <a:solidFill>
                  <a:schemeClr val="dk1"/>
                </a:solidFill>
                <a:latin typeface="Times New Roman"/>
                <a:ea typeface="Times New Roman"/>
                <a:cs typeface="Times New Roman"/>
                <a:sym typeface="Times New Roman"/>
              </a:rPr>
              <a:t>Xie, N. et al. (2023).</a:t>
            </a:r>
            <a:r>
              <a:rPr lang="en-US" sz="1600">
                <a:solidFill>
                  <a:schemeClr val="dk1"/>
                </a:solidFill>
                <a:latin typeface="Times New Roman"/>
                <a:ea typeface="Times New Roman"/>
                <a:cs typeface="Times New Roman"/>
                <a:sym typeface="Times New Roman"/>
              </a:rPr>
              <a:t> </a:t>
            </a:r>
            <a:r>
              <a:rPr i="1" lang="en-US" sz="1600">
                <a:solidFill>
                  <a:schemeClr val="dk1"/>
                </a:solidFill>
                <a:latin typeface="Times New Roman"/>
                <a:ea typeface="Times New Roman"/>
                <a:cs typeface="Times New Roman"/>
                <a:sym typeface="Times New Roman"/>
              </a:rPr>
              <a:t>Feasibility-Preserved QAOA for CVRP.</a:t>
            </a:r>
            <a:r>
              <a:rPr lang="en-US" sz="1600">
                <a:solidFill>
                  <a:schemeClr val="dk1"/>
                </a:solidFill>
                <a:latin typeface="Times New Roman"/>
                <a:ea typeface="Times New Roman"/>
                <a:cs typeface="Times New Roman"/>
                <a:sym typeface="Times New Roman"/>
              </a:rPr>
              <a:t> arXiv preprint. – Constraint-aware QAOA encoding for CVRP.</a:t>
            </a:r>
            <a:br>
              <a:rPr lang="en-US" sz="1600">
                <a:solidFill>
                  <a:schemeClr val="dk1"/>
                </a:solidFill>
                <a:latin typeface="Times New Roman"/>
                <a:ea typeface="Times New Roman"/>
                <a:cs typeface="Times New Roman"/>
                <a:sym typeface="Times New Roman"/>
              </a:rPr>
            </a:br>
            <a:endParaRPr sz="1600">
              <a:solidFill>
                <a:schemeClr val="dk1"/>
              </a:solidFill>
              <a:latin typeface="Times New Roman"/>
              <a:ea typeface="Times New Roman"/>
              <a:cs typeface="Times New Roman"/>
              <a:sym typeface="Times New Roman"/>
            </a:endParaRPr>
          </a:p>
          <a:p>
            <a:pPr indent="-387350" lvl="0" marL="457200" rtl="0" algn="l">
              <a:lnSpc>
                <a:spcPct val="90000"/>
              </a:lnSpc>
              <a:spcBef>
                <a:spcPts val="360"/>
              </a:spcBef>
              <a:spcAft>
                <a:spcPts val="0"/>
              </a:spcAft>
              <a:buSzPts val="2500"/>
              <a:buFont typeface="Arial Black"/>
              <a:buAutoNum type="arabicPeriod"/>
            </a:pPr>
            <a:r>
              <a:rPr b="1" lang="en-US" sz="1600">
                <a:solidFill>
                  <a:schemeClr val="dk1"/>
                </a:solidFill>
                <a:latin typeface="Times New Roman"/>
                <a:ea typeface="Times New Roman"/>
                <a:cs typeface="Times New Roman"/>
                <a:sym typeface="Times New Roman"/>
              </a:rPr>
              <a:t>Huang, W. et al. (2025).</a:t>
            </a:r>
            <a:r>
              <a:rPr lang="en-US" sz="1600">
                <a:solidFill>
                  <a:schemeClr val="dk1"/>
                </a:solidFill>
                <a:latin typeface="Times New Roman"/>
                <a:ea typeface="Times New Roman"/>
                <a:cs typeface="Times New Roman"/>
                <a:sym typeface="Times New Roman"/>
              </a:rPr>
              <a:t> </a:t>
            </a:r>
            <a:r>
              <a:rPr i="1" lang="en-US" sz="1600">
                <a:solidFill>
                  <a:schemeClr val="dk1"/>
                </a:solidFill>
                <a:latin typeface="Times New Roman"/>
                <a:ea typeface="Times New Roman"/>
                <a:cs typeface="Times New Roman"/>
                <a:sym typeface="Times New Roman"/>
              </a:rPr>
              <a:t>Hybrid QAOAnsatz with Column Generation for CVRP.</a:t>
            </a:r>
            <a:r>
              <a:rPr lang="en-US" sz="1600">
                <a:solidFill>
                  <a:schemeClr val="dk1"/>
                </a:solidFill>
                <a:latin typeface="Times New Roman"/>
                <a:ea typeface="Times New Roman"/>
                <a:cs typeface="Times New Roman"/>
                <a:sym typeface="Times New Roman"/>
              </a:rPr>
              <a:t> arXiv preprint. – Hybrid QAOA with fewer qubits and faster convergence.</a:t>
            </a:r>
            <a:endParaRPr sz="2500">
              <a:latin typeface="Times New Roman"/>
              <a:ea typeface="Times New Roman"/>
              <a:cs typeface="Times New Roman"/>
              <a:sym typeface="Times New Roman"/>
            </a:endParaRPr>
          </a:p>
          <a:p>
            <a:pPr indent="-330200" lvl="0" marL="457200" marR="0" rtl="0" algn="l">
              <a:lnSpc>
                <a:spcPct val="90000"/>
              </a:lnSpc>
              <a:spcBef>
                <a:spcPts val="360"/>
              </a:spcBef>
              <a:spcAft>
                <a:spcPts val="0"/>
              </a:spcAft>
              <a:buClr>
                <a:schemeClr val="accent6"/>
              </a:buClr>
              <a:buSzPts val="2000"/>
              <a:buFont typeface="Arial Black"/>
              <a:buNone/>
            </a:pPr>
            <a:r>
              <a:t/>
            </a:r>
            <a:endParaRPr i="0" sz="2100" u="none" cap="none" strike="noStrike">
              <a:solidFill>
                <a:schemeClr val="accent6"/>
              </a:solidFill>
              <a:latin typeface="Times New Roman"/>
              <a:ea typeface="Times New Roman"/>
              <a:cs typeface="Times New Roman"/>
              <a:sym typeface="Times New Roman"/>
            </a:endParaRPr>
          </a:p>
          <a:p>
            <a:pPr indent="-330200" lvl="0" marL="457200" marR="0" rtl="0" algn="l">
              <a:lnSpc>
                <a:spcPct val="90000"/>
              </a:lnSpc>
              <a:spcBef>
                <a:spcPts val="360"/>
              </a:spcBef>
              <a:spcAft>
                <a:spcPts val="0"/>
              </a:spcAft>
              <a:buClr>
                <a:schemeClr val="accent6"/>
              </a:buClr>
              <a:buSzPts val="2000"/>
              <a:buFont typeface="Arial Black"/>
              <a:buNone/>
            </a:pPr>
            <a:r>
              <a:t/>
            </a:r>
            <a:endParaRPr b="0" i="0" sz="2000" u="none" cap="none" strike="noStrike">
              <a:solidFill>
                <a:schemeClr val="accent6"/>
              </a:solidFill>
              <a:latin typeface="EB Garamond"/>
              <a:ea typeface="EB Garamond"/>
              <a:cs typeface="EB Garamond"/>
              <a:sym typeface="EB Garamond"/>
            </a:endParaRPr>
          </a:p>
        </p:txBody>
      </p:sp>
      <p:sp>
        <p:nvSpPr>
          <p:cNvPr id="366" name="Google Shape;366;p9"/>
          <p:cNvSpPr txBox="1"/>
          <p:nvPr>
            <p:ph idx="4294967295" type="ctrTitle"/>
          </p:nvPr>
        </p:nvSpPr>
        <p:spPr>
          <a:xfrm>
            <a:off x="609599" y="1244033"/>
            <a:ext cx="10554347" cy="605087"/>
          </a:xfrm>
          <a:prstGeom prst="rect">
            <a:avLst/>
          </a:prstGeom>
          <a:noFill/>
          <a:ln>
            <a:noFill/>
          </a:ln>
        </p:spPr>
        <p:txBody>
          <a:bodyPr anchorCtr="0" anchor="b" bIns="45700" lIns="91425" spcFirstLastPara="1" rIns="91425" wrap="square" tIns="45700">
            <a:noAutofit/>
          </a:bodyPr>
          <a:lstStyle/>
          <a:p>
            <a:pPr indent="0" lvl="0" marL="0" marR="0" rtl="0" algn="l">
              <a:lnSpc>
                <a:spcPct val="135416"/>
              </a:lnSpc>
              <a:spcBef>
                <a:spcPts val="0"/>
              </a:spcBef>
              <a:spcAft>
                <a:spcPts val="0"/>
              </a:spcAft>
              <a:buClr>
                <a:srgbClr val="202C8F"/>
              </a:buClr>
              <a:buSzPts val="3600"/>
              <a:buFont typeface="Arial Black"/>
              <a:buNone/>
            </a:pPr>
            <a:r>
              <a:rPr b="1" i="0" lang="en-US" sz="3600" u="none" cap="none" strike="noStrike">
                <a:solidFill>
                  <a:srgbClr val="202C8F"/>
                </a:solidFill>
                <a:latin typeface="Arial Black"/>
                <a:ea typeface="Arial Black"/>
                <a:cs typeface="Arial Black"/>
                <a:sym typeface="Arial Black"/>
              </a:rPr>
              <a:t>References</a:t>
            </a:r>
            <a:endParaRPr b="1" i="0" sz="3600" u="none" cap="none" strike="noStrike">
              <a:solidFill>
                <a:srgbClr val="202C8F"/>
              </a:solidFill>
              <a:latin typeface="Arial Black"/>
              <a:ea typeface="Arial Black"/>
              <a:cs typeface="Arial Black"/>
              <a:sym typeface="Arial Black"/>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10"/>
          <p:cNvSpPr txBox="1"/>
          <p:nvPr>
            <p:ph type="ctrTitle"/>
          </p:nvPr>
        </p:nvSpPr>
        <p:spPr>
          <a:xfrm>
            <a:off x="1527048" y="1975104"/>
            <a:ext cx="4169664" cy="667512"/>
          </a:xfrm>
          <a:prstGeom prst="rect">
            <a:avLst/>
          </a:prstGeom>
          <a:noFill/>
          <a:ln>
            <a:noFill/>
          </a:ln>
        </p:spPr>
        <p:txBody>
          <a:bodyPr anchorCtr="0" anchor="b" bIns="45700" lIns="91425" spcFirstLastPara="1" rIns="91425" wrap="square" tIns="0">
            <a:noAutofit/>
          </a:bodyPr>
          <a:lstStyle/>
          <a:p>
            <a:pPr indent="0" lvl="0" marL="0" rtl="0" algn="ctr">
              <a:lnSpc>
                <a:spcPct val="110795"/>
              </a:lnSpc>
              <a:spcBef>
                <a:spcPts val="0"/>
              </a:spcBef>
              <a:spcAft>
                <a:spcPts val="0"/>
              </a:spcAft>
              <a:buClr>
                <a:schemeClr val="accent6"/>
              </a:buClr>
              <a:buSzPts val="4400"/>
              <a:buFont typeface="Arial Black"/>
              <a:buNone/>
            </a:pPr>
            <a:r>
              <a:rPr lang="en-US"/>
              <a:t>THANK YOU</a:t>
            </a:r>
            <a:endParaRPr/>
          </a:p>
        </p:txBody>
      </p:sp>
      <p:sp>
        <p:nvSpPr>
          <p:cNvPr id="372" name="Google Shape;372;p10"/>
          <p:cNvSpPr txBox="1"/>
          <p:nvPr>
            <p:ph idx="1" type="subTitle"/>
          </p:nvPr>
        </p:nvSpPr>
        <p:spPr>
          <a:xfrm>
            <a:off x="1067401" y="2861725"/>
            <a:ext cx="6628200" cy="2176200"/>
          </a:xfrm>
          <a:prstGeom prst="rect">
            <a:avLst/>
          </a:prstGeom>
          <a:noFill/>
          <a:ln>
            <a:noFill/>
          </a:ln>
        </p:spPr>
        <p:txBody>
          <a:bodyPr anchorCtr="0" anchor="t" bIns="0" lIns="91425" spcFirstLastPara="1" rIns="91425" wrap="square" tIns="0">
            <a:normAutofit/>
          </a:bodyPr>
          <a:lstStyle/>
          <a:p>
            <a:pPr indent="0" lvl="0" marL="0" rtl="0" algn="ctr">
              <a:lnSpc>
                <a:spcPct val="100000"/>
              </a:lnSpc>
              <a:spcBef>
                <a:spcPts val="0"/>
              </a:spcBef>
              <a:spcAft>
                <a:spcPts val="0"/>
              </a:spcAft>
              <a:buClr>
                <a:schemeClr val="accent6"/>
              </a:buClr>
              <a:buSzPts val="2400"/>
              <a:buNone/>
            </a:pPr>
            <a:r>
              <a:rPr lang="en-US"/>
              <a:t>Batch No: CBIT/IT/2025-26/IT1/118</a:t>
            </a:r>
            <a:endParaRPr i="1"/>
          </a:p>
          <a:p>
            <a:pPr indent="0" lvl="0" marL="0" rtl="0" algn="ctr">
              <a:lnSpc>
                <a:spcPct val="100000"/>
              </a:lnSpc>
              <a:spcBef>
                <a:spcPts val="576"/>
              </a:spcBef>
              <a:spcAft>
                <a:spcPts val="0"/>
              </a:spcAft>
              <a:buClr>
                <a:schemeClr val="accent6"/>
              </a:buClr>
              <a:buSzPts val="2400"/>
              <a:buNone/>
            </a:pPr>
            <a:r>
              <a:rPr i="1" lang="en-US"/>
              <a:t>G. Sai Varshini , 160122737006</a:t>
            </a:r>
            <a:endParaRPr i="1"/>
          </a:p>
          <a:p>
            <a:pPr indent="0" lvl="0" marL="0" rtl="0" algn="ctr">
              <a:lnSpc>
                <a:spcPct val="100000"/>
              </a:lnSpc>
              <a:spcBef>
                <a:spcPts val="576"/>
              </a:spcBef>
              <a:spcAft>
                <a:spcPts val="0"/>
              </a:spcAft>
              <a:buClr>
                <a:schemeClr val="accent6"/>
              </a:buClr>
              <a:buSzPts val="2400"/>
              <a:buNone/>
            </a:pPr>
            <a:r>
              <a:rPr i="1" lang="en-US"/>
              <a:t>V. Akshitha , 160122737027</a:t>
            </a:r>
            <a:endParaRPr i="1"/>
          </a:p>
          <a:p>
            <a:pPr indent="0" lvl="0" marL="0" rtl="0" algn="ctr">
              <a:lnSpc>
                <a:spcPct val="100000"/>
              </a:lnSpc>
              <a:spcBef>
                <a:spcPts val="576"/>
              </a:spcBef>
              <a:spcAft>
                <a:spcPts val="0"/>
              </a:spcAft>
              <a:buClr>
                <a:schemeClr val="accent6"/>
              </a:buClr>
              <a:buSzPts val="2400"/>
              <a:buNone/>
            </a:pPr>
            <a:r>
              <a:rPr i="1" lang="en-US"/>
              <a:t>Chaitanyya Pratap Agarwal, 160122737034</a:t>
            </a:r>
            <a:endParaRPr i="1"/>
          </a:p>
          <a:p>
            <a:pPr indent="0" lvl="0" marL="0" rtl="0" algn="ctr">
              <a:lnSpc>
                <a:spcPct val="100000"/>
              </a:lnSpc>
              <a:spcBef>
                <a:spcPts val="576"/>
              </a:spcBef>
              <a:spcAft>
                <a:spcPts val="0"/>
              </a:spcAft>
              <a:buClr>
                <a:schemeClr val="accent6"/>
              </a:buClr>
              <a:buSzPts val="2400"/>
              <a:buNone/>
            </a:pPr>
            <a:r>
              <a:t/>
            </a:r>
            <a:endParaRPr i="1"/>
          </a:p>
        </p:txBody>
      </p:sp>
      <p:sp>
        <p:nvSpPr>
          <p:cNvPr id="373" name="Google Shape;373;p10"/>
          <p:cNvSpPr txBox="1"/>
          <p:nvPr/>
        </p:nvSpPr>
        <p:spPr>
          <a:xfrm>
            <a:off x="-75461" y="640449"/>
            <a:ext cx="4169664" cy="667512"/>
          </a:xfrm>
          <a:prstGeom prst="rect">
            <a:avLst/>
          </a:prstGeom>
          <a:noFill/>
          <a:ln>
            <a:noFill/>
          </a:ln>
        </p:spPr>
        <p:txBody>
          <a:bodyPr anchorCtr="0" anchor="b" bIns="45700" lIns="91425" spcFirstLastPara="1" rIns="91425" wrap="square" tIns="0">
            <a:noAutofit/>
          </a:bodyPr>
          <a:lstStyle/>
          <a:p>
            <a:pPr indent="0" lvl="0" marL="0" marR="0" rtl="0" algn="ctr">
              <a:lnSpc>
                <a:spcPct val="110795"/>
              </a:lnSpc>
              <a:spcBef>
                <a:spcPts val="0"/>
              </a:spcBef>
              <a:spcAft>
                <a:spcPts val="0"/>
              </a:spcAft>
              <a:buClr>
                <a:srgbClr val="BB2529"/>
              </a:buClr>
              <a:buSzPts val="4400"/>
              <a:buFont typeface="Arial Black"/>
              <a:buNone/>
            </a:pPr>
            <a:r>
              <a:rPr b="1" i="0" lang="en-US" sz="4400" u="none" cap="none" strike="noStrike">
                <a:solidFill>
                  <a:srgbClr val="BB2529"/>
                </a:solidFill>
                <a:latin typeface="Arial Black"/>
                <a:ea typeface="Arial Black"/>
                <a:cs typeface="Arial Black"/>
                <a:sym typeface="Arial Black"/>
              </a:rPr>
              <a:t>QUERIES?</a:t>
            </a:r>
            <a:endParaRPr b="1" i="0" sz="4400" u="none" cap="none" strike="noStrike">
              <a:solidFill>
                <a:srgbClr val="BB2529"/>
              </a:solidFill>
              <a:latin typeface="Arial Black"/>
              <a:ea typeface="Arial Black"/>
              <a:cs typeface="Arial Black"/>
              <a:sym typeface="Arial Black"/>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2023-08-18T08:14:53Z</dcterms:created>
  <dc:creator>Ramakrishna Kolikipogu</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